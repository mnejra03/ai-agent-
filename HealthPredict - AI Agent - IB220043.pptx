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8"/>
  </p:notesMasterIdLst>
  <p:sldIdLst>
    <p:sldId id="256" r:id="rId2"/>
    <p:sldId id="259" r:id="rId3"/>
    <p:sldId id="261" r:id="rId4"/>
    <p:sldId id="275" r:id="rId5"/>
    <p:sldId id="279" r:id="rId6"/>
    <p:sldId id="257" r:id="rId7"/>
    <p:sldId id="306" r:id="rId8"/>
    <p:sldId id="263" r:id="rId9"/>
    <p:sldId id="281" r:id="rId10"/>
    <p:sldId id="260" r:id="rId11"/>
    <p:sldId id="307" r:id="rId12"/>
    <p:sldId id="308" r:id="rId13"/>
    <p:sldId id="309" r:id="rId14"/>
    <p:sldId id="283" r:id="rId15"/>
    <p:sldId id="310" r:id="rId16"/>
    <p:sldId id="284" r:id="rId17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9"/>
    </p:embeddedFont>
    <p:embeddedFont>
      <p:font typeface="Bebas Neue" panose="020B0606020202050201" pitchFamily="34" charset="-18"/>
      <p:regular r:id="rId20"/>
    </p:embeddedFont>
    <p:embeddedFont>
      <p:font typeface="Poppins" panose="00000500000000000000" pitchFamily="2" charset="-18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164A-CF05-47E2-BA0F-A67F5C8F2F06}">
  <a:tblStyle styleId="{9096164A-CF05-47E2-BA0F-A67F5C8F2F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Bez stila, bez mrež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0bdb4fb0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40bdb4fb0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dc8be9f5f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dc8be9f5f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5ed3a28098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5ed3a28098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45298d78e0_0_37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45298d78e0_0_37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fdc8be9f5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fdc8be9f5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54354F24-439B-D239-D7B2-FF316FDB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dc8be9f5f_2_117:notes">
            <a:extLst>
              <a:ext uri="{FF2B5EF4-FFF2-40B4-BE49-F238E27FC236}">
                <a16:creationId xmlns:a16="http://schemas.microsoft.com/office/drawing/2014/main" id="{3750625E-205E-80D7-8A08-609767A41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dc8be9f5f_2_117:notes">
            <a:extLst>
              <a:ext uri="{FF2B5EF4-FFF2-40B4-BE49-F238E27FC236}">
                <a16:creationId xmlns:a16="http://schemas.microsoft.com/office/drawing/2014/main" id="{DE1AF9D6-C490-1E5F-E5B5-5F2299B9E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6693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37D1CFEE-0869-07DA-062D-ABA98AA5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3712bf4b05_0_315:notes">
            <a:extLst>
              <a:ext uri="{FF2B5EF4-FFF2-40B4-BE49-F238E27FC236}">
                <a16:creationId xmlns:a16="http://schemas.microsoft.com/office/drawing/2014/main" id="{6288D0E2-F7F7-436E-5FD8-9A7F9BB63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3712bf4b05_0_315:notes">
            <a:extLst>
              <a:ext uri="{FF2B5EF4-FFF2-40B4-BE49-F238E27FC236}">
                <a16:creationId xmlns:a16="http://schemas.microsoft.com/office/drawing/2014/main" id="{F7AE5650-62D1-2E9A-1D4B-B56900591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51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686ADDAB-6406-6020-867F-5D4E1247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3712bf4b05_0_315:notes">
            <a:extLst>
              <a:ext uri="{FF2B5EF4-FFF2-40B4-BE49-F238E27FC236}">
                <a16:creationId xmlns:a16="http://schemas.microsoft.com/office/drawing/2014/main" id="{599C8183-9067-22CF-9F46-398864095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3712bf4b05_0_315:notes">
            <a:extLst>
              <a:ext uri="{FF2B5EF4-FFF2-40B4-BE49-F238E27FC236}">
                <a16:creationId xmlns:a16="http://schemas.microsoft.com/office/drawing/2014/main" id="{A887874E-2FD6-4A91-5B7D-6BDE51608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494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A76E79E1-9A4B-835E-60F6-41FB02B2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3712bf4b05_0_315:notes">
            <a:extLst>
              <a:ext uri="{FF2B5EF4-FFF2-40B4-BE49-F238E27FC236}">
                <a16:creationId xmlns:a16="http://schemas.microsoft.com/office/drawing/2014/main" id="{FEF46A7A-F7F9-39C2-4429-B260FA607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3712bf4b05_0_315:notes">
            <a:extLst>
              <a:ext uri="{FF2B5EF4-FFF2-40B4-BE49-F238E27FC236}">
                <a16:creationId xmlns:a16="http://schemas.microsoft.com/office/drawing/2014/main" id="{7DE9FA9F-5D5A-5A95-E223-BA334D591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8715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e1d838b627_4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e1d838b627_4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B38A9466-B1E0-BA9C-AE49-D8007387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e207fd22f2_0_25013:notes">
            <a:extLst>
              <a:ext uri="{FF2B5EF4-FFF2-40B4-BE49-F238E27FC236}">
                <a16:creationId xmlns:a16="http://schemas.microsoft.com/office/drawing/2014/main" id="{76E42D86-65C9-39EA-0CC0-71F8789BD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e207fd22f2_0_25013:notes">
            <a:extLst>
              <a:ext uri="{FF2B5EF4-FFF2-40B4-BE49-F238E27FC236}">
                <a16:creationId xmlns:a16="http://schemas.microsoft.com/office/drawing/2014/main" id="{EE0717BE-C258-A252-B892-22009D833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406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e207fd22f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e207fd22f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776791"/>
            <a:ext cx="5242800" cy="179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27900" y="3661750"/>
            <a:ext cx="4255200" cy="412500"/>
          </a:xfrm>
          <a:prstGeom prst="rect">
            <a:avLst/>
          </a:prstGeom>
          <a:solidFill>
            <a:srgbClr val="FFFFFF">
              <a:alpha val="6279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" name="Google Shape;14;p2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 flipH="1">
            <a:off x="3776400" y="2130375"/>
            <a:ext cx="4486800" cy="15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776388" y="956771"/>
            <a:ext cx="1033200" cy="942300"/>
          </a:xfrm>
          <a:prstGeom prst="rect">
            <a:avLst/>
          </a:prstGeom>
          <a:solidFill>
            <a:srgbClr val="FFFFFF">
              <a:alpha val="6279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3776388" y="3765229"/>
            <a:ext cx="4486800" cy="421500"/>
          </a:xfrm>
          <a:prstGeom prst="rect">
            <a:avLst/>
          </a:prstGeom>
          <a:solidFill>
            <a:srgbClr val="FFFFFF">
              <a:alpha val="6279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miko SemiBold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539150" y="1781324"/>
            <a:ext cx="3852000" cy="4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1539150" y="2192749"/>
            <a:ext cx="3852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1539150" y="3076798"/>
            <a:ext cx="3852000" cy="4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1539150" y="3488124"/>
            <a:ext cx="3852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1" name="Google Shape;41;p6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3251200" y="1084225"/>
            <a:ext cx="519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3251200" y="1732775"/>
            <a:ext cx="5197500" cy="23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7" name="Google Shape;47;p7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294387" y="1413901"/>
            <a:ext cx="3839100" cy="75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4294388" y="2127899"/>
            <a:ext cx="3839100" cy="16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8" name="Google Shape;58;p9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969834" y="50645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>
            <a:spLocks noGrp="1"/>
          </p:cNvSpPr>
          <p:nvPr>
            <p:ph type="subTitle" idx="1"/>
          </p:nvPr>
        </p:nvSpPr>
        <p:spPr>
          <a:xfrm>
            <a:off x="4844200" y="2399175"/>
            <a:ext cx="3252000" cy="9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4844200" y="1768725"/>
            <a:ext cx="3252000" cy="69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4572000" y="3353688"/>
            <a:ext cx="38589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4572000" y="932388"/>
            <a:ext cx="3858900" cy="242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>
            <a:spLocks noGrp="1"/>
          </p:cNvSpPr>
          <p:nvPr>
            <p:ph type="pic" idx="2"/>
          </p:nvPr>
        </p:nvSpPr>
        <p:spPr>
          <a:xfrm>
            <a:off x="713225" y="541800"/>
            <a:ext cx="3496800" cy="4059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bs-Latn-BA"/>
          </a:p>
        </p:txBody>
      </p:sp>
      <p:sp>
        <p:nvSpPr>
          <p:cNvPr id="135" name="Google Shape;135;p20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6" name="Google Shape;136;p20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8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720000" y="1564125"/>
            <a:ext cx="3852000" cy="25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2" name="Google Shape;142;p21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3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>
            <a:spLocks noGrp="1"/>
          </p:cNvSpPr>
          <p:nvPr>
            <p:ph type="subTitle" idx="1"/>
          </p:nvPr>
        </p:nvSpPr>
        <p:spPr>
          <a:xfrm>
            <a:off x="713225" y="2724150"/>
            <a:ext cx="2568000" cy="5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2"/>
          </p:nvPr>
        </p:nvSpPr>
        <p:spPr>
          <a:xfrm>
            <a:off x="713225" y="31878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ubTitle" idx="3"/>
          </p:nvPr>
        </p:nvSpPr>
        <p:spPr>
          <a:xfrm>
            <a:off x="3281290" y="31878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4"/>
          </p:nvPr>
        </p:nvSpPr>
        <p:spPr>
          <a:xfrm>
            <a:off x="5849354" y="31878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5"/>
          </p:nvPr>
        </p:nvSpPr>
        <p:spPr>
          <a:xfrm>
            <a:off x="3288000" y="2724150"/>
            <a:ext cx="2568000" cy="5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6"/>
          </p:nvPr>
        </p:nvSpPr>
        <p:spPr>
          <a:xfrm>
            <a:off x="5862775" y="2724150"/>
            <a:ext cx="2568000" cy="5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4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982700" cy="9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ubTitle" idx="1"/>
          </p:nvPr>
        </p:nvSpPr>
        <p:spPr>
          <a:xfrm>
            <a:off x="713225" y="1463651"/>
            <a:ext cx="4982700" cy="12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713225" y="3895925"/>
            <a:ext cx="40494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9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3" name="Google Shape;233;p29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5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7" name="Google Shape;237;p30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22" cy="514351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1" name="Google Shape;241;p31"/>
          <p:cNvCxnSpPr/>
          <p:nvPr/>
        </p:nvCxnSpPr>
        <p:spPr>
          <a:xfrm rot="10800000">
            <a:off x="7532875" y="4815475"/>
            <a:ext cx="897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000" b="1"/>
            </a:lvl1pPr>
            <a:lvl2pPr lvl="1" algn="r" rtl="0">
              <a:buNone/>
              <a:defRPr sz="1000" b="1"/>
            </a:lvl2pPr>
            <a:lvl3pPr lvl="2" algn="r" rtl="0">
              <a:buNone/>
              <a:defRPr sz="1000" b="1"/>
            </a:lvl3pPr>
            <a:lvl4pPr lvl="3" algn="r" rtl="0">
              <a:buNone/>
              <a:defRPr sz="1000" b="1"/>
            </a:lvl4pPr>
            <a:lvl5pPr lvl="4" algn="r" rtl="0">
              <a:buNone/>
              <a:defRPr sz="1000" b="1"/>
            </a:lvl5pPr>
            <a:lvl6pPr lvl="5" algn="r" rtl="0">
              <a:buNone/>
              <a:defRPr sz="1000" b="1"/>
            </a:lvl6pPr>
            <a:lvl7pPr lvl="6" algn="r" rtl="0">
              <a:buNone/>
              <a:defRPr sz="1000" b="1"/>
            </a:lvl7pPr>
            <a:lvl8pPr lvl="7" algn="r" rtl="0">
              <a:buNone/>
              <a:defRPr sz="1000" b="1"/>
            </a:lvl8pPr>
            <a:lvl9pPr lvl="8" algn="r" rtl="0">
              <a:buNone/>
              <a:defRPr sz="10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63" r:id="rId8"/>
    <p:sldLayoutId id="2147483666" r:id="rId9"/>
    <p:sldLayoutId id="2147483667" r:id="rId10"/>
    <p:sldLayoutId id="2147483670" r:id="rId11"/>
    <p:sldLayoutId id="2147483675" r:id="rId12"/>
    <p:sldLayoutId id="2147483676" r:id="rId13"/>
    <p:sldLayoutId id="2147483677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>
            <a:spLocks noGrp="1"/>
          </p:cNvSpPr>
          <p:nvPr>
            <p:ph type="subTitle" idx="1"/>
          </p:nvPr>
        </p:nvSpPr>
        <p:spPr>
          <a:xfrm>
            <a:off x="827899" y="3661749"/>
            <a:ext cx="3486425" cy="5831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dirty="0"/>
              <a:t>Fakultet Informacijskih Tehnolgoija, Mostar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dirty="0"/>
              <a:t>Umjetna inteligencija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dirty="0"/>
              <a:t>Nejra Muminović, IB220043</a:t>
            </a:r>
            <a:endParaRPr sz="1200" dirty="0"/>
          </a:p>
        </p:txBody>
      </p:sp>
      <p:sp>
        <p:nvSpPr>
          <p:cNvPr id="253" name="Google Shape;253;p35"/>
          <p:cNvSpPr txBox="1">
            <a:spLocks noGrp="1"/>
          </p:cNvSpPr>
          <p:nvPr>
            <p:ph type="ctrTitle"/>
          </p:nvPr>
        </p:nvSpPr>
        <p:spPr>
          <a:xfrm>
            <a:off x="713225" y="1776791"/>
            <a:ext cx="5278698" cy="179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5400" dirty="0">
                <a:latin typeface="Aharoni" panose="02010803020104030203" pitchFamily="2" charset="-79"/>
                <a:cs typeface="Aharoni" panose="02010803020104030203" pitchFamily="2" charset="-79"/>
              </a:rPr>
              <a:t>HealthPredict  </a:t>
            </a:r>
            <a:br>
              <a:rPr lang="hr-HR" sz="54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r-HR" sz="3200" dirty="0">
                <a:latin typeface="Aharoni" panose="02010803020104030203" pitchFamily="2" charset="-79"/>
                <a:cs typeface="Aharoni" panose="02010803020104030203" pitchFamily="2" charset="-79"/>
              </a:rPr>
              <a:t>AI agent za procjenu rizika od srčanih bolesti</a:t>
            </a:r>
            <a:endParaRPr sz="5400" dirty="0">
              <a:solidFill>
                <a:schemeClr val="dk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54" name="Google Shape;254;p35"/>
          <p:cNvPicPr preferRelativeResize="0"/>
          <p:nvPr/>
        </p:nvPicPr>
        <p:blipFill rotWithShape="1">
          <a:blip r:embed="rId3">
            <a:alphaModFix/>
          </a:blip>
          <a:srcRect l="-795" r="9354" b="28428"/>
          <a:stretch/>
        </p:blipFill>
        <p:spPr>
          <a:xfrm>
            <a:off x="5657575" y="575825"/>
            <a:ext cx="3486424" cy="3991849"/>
          </a:xfrm>
          <a:prstGeom prst="rect">
            <a:avLst/>
          </a:prstGeom>
          <a:noFill/>
          <a:ln>
            <a:noFill/>
          </a:ln>
          <a:effectLst>
            <a:outerShdw blurRad="371475" algn="bl" rotWithShape="0">
              <a:schemeClr val="lt1">
                <a:alpha val="52000"/>
              </a:schemeClr>
            </a:outerShdw>
          </a:effectLst>
        </p:spPr>
      </p:pic>
      <p:sp>
        <p:nvSpPr>
          <p:cNvPr id="255" name="Google Shape;255;p35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subTitle" idx="1"/>
          </p:nvPr>
        </p:nvSpPr>
        <p:spPr>
          <a:xfrm>
            <a:off x="4294387" y="2127899"/>
            <a:ext cx="4277183" cy="1581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dirty="0"/>
              <a:t>Potreba za autonomnim AI sistemima.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dirty="0"/>
              <a:t>Donošenje odluka bez direktne kontrole korisnika.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dirty="0"/>
              <a:t>Agent koji samostalno procjenjuje rizik i daje objašnjenje.</a:t>
            </a:r>
            <a:endParaRPr dirty="0"/>
          </a:p>
        </p:txBody>
      </p:sp>
      <p:sp>
        <p:nvSpPr>
          <p:cNvPr id="301" name="Google Shape;301;p38"/>
          <p:cNvSpPr txBox="1">
            <a:spLocks noGrp="1"/>
          </p:cNvSpPr>
          <p:nvPr>
            <p:ph type="title"/>
          </p:nvPr>
        </p:nvSpPr>
        <p:spPr>
          <a:xfrm>
            <a:off x="4294387" y="1413901"/>
            <a:ext cx="3839100" cy="7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Cilj</a:t>
            </a:r>
            <a:endParaRPr dirty="0"/>
          </a:p>
        </p:txBody>
      </p:sp>
      <p:pic>
        <p:nvPicPr>
          <p:cNvPr id="302" name="Google Shape;3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513" y="1636625"/>
            <a:ext cx="2890651" cy="898482"/>
          </a:xfrm>
          <a:prstGeom prst="rect">
            <a:avLst/>
          </a:prstGeom>
          <a:noFill/>
          <a:ln>
            <a:noFill/>
          </a:ln>
          <a:effectLst>
            <a:outerShdw blurRad="71438" dist="38100" dir="5400000" algn="bl" rotWithShape="0">
              <a:schemeClr val="lt1">
                <a:alpha val="50000"/>
              </a:schemeClr>
            </a:outerShdw>
          </a:effectLst>
        </p:spPr>
      </p:pic>
      <p:pic>
        <p:nvPicPr>
          <p:cNvPr id="303" name="Google Shape;30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513" y="2568618"/>
            <a:ext cx="2890651" cy="898482"/>
          </a:xfrm>
          <a:prstGeom prst="rect">
            <a:avLst/>
          </a:prstGeom>
          <a:noFill/>
          <a:ln>
            <a:noFill/>
          </a:ln>
          <a:effectLst>
            <a:outerShdw blurRad="71438" dist="38100" dir="5400000" algn="bl" rotWithShape="0">
              <a:schemeClr val="lt1">
                <a:alpha val="50000"/>
              </a:schemeClr>
            </a:outerShdw>
          </a:effectLst>
        </p:spPr>
      </p:pic>
      <p:sp>
        <p:nvSpPr>
          <p:cNvPr id="304" name="Google Shape;304;p38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>
            <a:spLocks noGrp="1"/>
          </p:cNvSpPr>
          <p:nvPr>
            <p:ph type="subTitle" idx="1"/>
          </p:nvPr>
        </p:nvSpPr>
        <p:spPr>
          <a:xfrm>
            <a:off x="713225" y="2724150"/>
            <a:ext cx="2568000" cy="5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bg2"/>
                </a:solidFill>
              </a:rPr>
              <a:t>Api</a:t>
            </a:r>
            <a:r>
              <a:rPr lang="hr-HR" dirty="0"/>
              <a:t> sloj</a:t>
            </a:r>
            <a:endParaRPr dirty="0"/>
          </a:p>
        </p:txBody>
      </p:sp>
      <p:sp>
        <p:nvSpPr>
          <p:cNvPr id="325" name="Google Shape;325;p40"/>
          <p:cNvSpPr txBox="1">
            <a:spLocks noGrp="1"/>
          </p:cNvSpPr>
          <p:nvPr>
            <p:ph type="subTitle" idx="5"/>
          </p:nvPr>
        </p:nvSpPr>
        <p:spPr>
          <a:xfrm>
            <a:off x="3288000" y="2724150"/>
            <a:ext cx="2568000" cy="51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Agent </a:t>
            </a:r>
            <a:r>
              <a:rPr lang="hr-HR" dirty="0">
                <a:solidFill>
                  <a:schemeClr val="bg2"/>
                </a:solidFill>
              </a:rPr>
              <a:t>sloj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326" name="Google Shape;326;p40"/>
          <p:cNvSpPr txBox="1">
            <a:spLocks noGrp="1"/>
          </p:cNvSpPr>
          <p:nvPr>
            <p:ph type="subTitle" idx="6"/>
          </p:nvPr>
        </p:nvSpPr>
        <p:spPr>
          <a:xfrm>
            <a:off x="5862775" y="2724149"/>
            <a:ext cx="2568000" cy="8171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Queue </a:t>
            </a:r>
            <a:r>
              <a:rPr lang="hr-HR" dirty="0">
                <a:solidFill>
                  <a:schemeClr val="bg2"/>
                </a:solidFill>
              </a:rPr>
              <a:t>kao</a:t>
            </a:r>
            <a:r>
              <a:rPr lang="hr-HR" dirty="0"/>
              <a:t> okruženje</a:t>
            </a:r>
            <a:endParaRPr dirty="0"/>
          </a:p>
        </p:txBody>
      </p:sp>
      <p:sp>
        <p:nvSpPr>
          <p:cNvPr id="327" name="Google Shape;327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Arhitektura </a:t>
            </a:r>
            <a:r>
              <a:rPr lang="hr-HR" dirty="0">
                <a:solidFill>
                  <a:schemeClr val="bg2"/>
                </a:solidFill>
              </a:rPr>
              <a:t>sistema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328" name="Google Shape;328;p40"/>
          <p:cNvSpPr txBox="1">
            <a:spLocks noGrp="1"/>
          </p:cNvSpPr>
          <p:nvPr>
            <p:ph type="subTitle" idx="2"/>
          </p:nvPr>
        </p:nvSpPr>
        <p:spPr>
          <a:xfrm>
            <a:off x="713225" y="31878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Komunikacija</a:t>
            </a:r>
            <a:endParaRPr dirty="0"/>
          </a:p>
        </p:txBody>
      </p:sp>
      <p:sp>
        <p:nvSpPr>
          <p:cNvPr id="329" name="Google Shape;329;p40"/>
          <p:cNvSpPr txBox="1">
            <a:spLocks noGrp="1"/>
          </p:cNvSpPr>
          <p:nvPr>
            <p:ph type="subTitle" idx="3"/>
          </p:nvPr>
        </p:nvSpPr>
        <p:spPr>
          <a:xfrm>
            <a:off x="3281290" y="3187875"/>
            <a:ext cx="2568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Odlučivanje</a:t>
            </a:r>
            <a:endParaRPr dirty="0"/>
          </a:p>
        </p:txBody>
      </p:sp>
      <p:sp>
        <p:nvSpPr>
          <p:cNvPr id="331" name="Google Shape;331;p40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32" name="Google Shape;332;p40"/>
          <p:cNvSpPr/>
          <p:nvPr/>
        </p:nvSpPr>
        <p:spPr>
          <a:xfrm>
            <a:off x="796200" y="1926462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0"/>
          <p:cNvSpPr/>
          <p:nvPr/>
        </p:nvSpPr>
        <p:spPr>
          <a:xfrm>
            <a:off x="3367950" y="1926462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0"/>
          <p:cNvSpPr/>
          <p:nvPr/>
        </p:nvSpPr>
        <p:spPr>
          <a:xfrm>
            <a:off x="5939700" y="1926462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5" name="Google Shape;335;p40"/>
          <p:cNvGrpSpPr/>
          <p:nvPr/>
        </p:nvGrpSpPr>
        <p:grpSpPr>
          <a:xfrm>
            <a:off x="953078" y="2034265"/>
            <a:ext cx="331553" cy="429676"/>
            <a:chOff x="4570735" y="1516335"/>
            <a:chExt cx="331553" cy="429676"/>
          </a:xfrm>
        </p:grpSpPr>
        <p:sp>
          <p:nvSpPr>
            <p:cNvPr id="336" name="Google Shape;336;p40"/>
            <p:cNvSpPr/>
            <p:nvPr/>
          </p:nvSpPr>
          <p:spPr>
            <a:xfrm>
              <a:off x="4692470" y="1541495"/>
              <a:ext cx="88104" cy="37762"/>
            </a:xfrm>
            <a:custGeom>
              <a:avLst/>
              <a:gdLst/>
              <a:ahLst/>
              <a:cxnLst/>
              <a:rect l="l" t="t" r="r" b="b"/>
              <a:pathLst>
                <a:path w="4265" h="1828" extrusionOk="0">
                  <a:moveTo>
                    <a:pt x="3351" y="609"/>
                  </a:moveTo>
                  <a:cubicBezTo>
                    <a:pt x="3517" y="609"/>
                    <a:pt x="3656" y="748"/>
                    <a:pt x="3656" y="914"/>
                  </a:cubicBezTo>
                  <a:cubicBezTo>
                    <a:pt x="3656" y="1080"/>
                    <a:pt x="3523" y="1220"/>
                    <a:pt x="3351" y="1220"/>
                  </a:cubicBezTo>
                  <a:lnTo>
                    <a:pt x="913" y="1220"/>
                  </a:lnTo>
                  <a:cubicBezTo>
                    <a:pt x="748" y="1220"/>
                    <a:pt x="608" y="1080"/>
                    <a:pt x="608" y="914"/>
                  </a:cubicBezTo>
                  <a:cubicBezTo>
                    <a:pt x="608" y="748"/>
                    <a:pt x="748" y="609"/>
                    <a:pt x="913" y="609"/>
                  </a:cubicBezTo>
                  <a:close/>
                  <a:moveTo>
                    <a:pt x="913" y="1"/>
                  </a:moveTo>
                  <a:cubicBezTo>
                    <a:pt x="410" y="1"/>
                    <a:pt x="0" y="410"/>
                    <a:pt x="0" y="914"/>
                  </a:cubicBezTo>
                  <a:cubicBezTo>
                    <a:pt x="0" y="1418"/>
                    <a:pt x="410" y="1827"/>
                    <a:pt x="913" y="1827"/>
                  </a:cubicBezTo>
                  <a:lnTo>
                    <a:pt x="3351" y="1827"/>
                  </a:lnTo>
                  <a:cubicBezTo>
                    <a:pt x="3855" y="1827"/>
                    <a:pt x="4264" y="1418"/>
                    <a:pt x="4264" y="914"/>
                  </a:cubicBezTo>
                  <a:cubicBezTo>
                    <a:pt x="4264" y="410"/>
                    <a:pt x="3855" y="1"/>
                    <a:pt x="3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4570735" y="1516335"/>
              <a:ext cx="331553" cy="429676"/>
            </a:xfrm>
            <a:custGeom>
              <a:avLst/>
              <a:gdLst/>
              <a:ahLst/>
              <a:cxnLst/>
              <a:rect l="l" t="t" r="r" b="b"/>
              <a:pathLst>
                <a:path w="16050" h="20800" extrusionOk="0">
                  <a:moveTo>
                    <a:pt x="14220" y="9545"/>
                  </a:moveTo>
                  <a:lnTo>
                    <a:pt x="14220" y="11658"/>
                  </a:lnTo>
                  <a:lnTo>
                    <a:pt x="1831" y="11658"/>
                  </a:lnTo>
                  <a:lnTo>
                    <a:pt x="1831" y="9552"/>
                  </a:lnTo>
                  <a:cubicBezTo>
                    <a:pt x="3745" y="10533"/>
                    <a:pt x="5874" y="11050"/>
                    <a:pt x="8025" y="11050"/>
                  </a:cubicBezTo>
                  <a:cubicBezTo>
                    <a:pt x="10180" y="11050"/>
                    <a:pt x="12305" y="10533"/>
                    <a:pt x="14220" y="9545"/>
                  </a:cubicBezTo>
                  <a:close/>
                  <a:moveTo>
                    <a:pt x="7112" y="15925"/>
                  </a:moveTo>
                  <a:lnTo>
                    <a:pt x="7112" y="17752"/>
                  </a:lnTo>
                  <a:lnTo>
                    <a:pt x="5893" y="17752"/>
                  </a:lnTo>
                  <a:lnTo>
                    <a:pt x="5893" y="15925"/>
                  </a:lnTo>
                  <a:close/>
                  <a:moveTo>
                    <a:pt x="10157" y="15925"/>
                  </a:moveTo>
                  <a:lnTo>
                    <a:pt x="10157" y="17752"/>
                  </a:lnTo>
                  <a:lnTo>
                    <a:pt x="8938" y="17752"/>
                  </a:lnTo>
                  <a:lnTo>
                    <a:pt x="8938" y="15925"/>
                  </a:lnTo>
                  <a:close/>
                  <a:moveTo>
                    <a:pt x="14525" y="611"/>
                  </a:moveTo>
                  <a:cubicBezTo>
                    <a:pt x="15029" y="611"/>
                    <a:pt x="15438" y="1024"/>
                    <a:pt x="15438" y="1528"/>
                  </a:cubicBezTo>
                  <a:lnTo>
                    <a:pt x="15438" y="16838"/>
                  </a:lnTo>
                  <a:cubicBezTo>
                    <a:pt x="15438" y="17342"/>
                    <a:pt x="15029" y="17752"/>
                    <a:pt x="14525" y="17752"/>
                  </a:cubicBezTo>
                  <a:lnTo>
                    <a:pt x="11987" y="17752"/>
                  </a:lnTo>
                  <a:lnTo>
                    <a:pt x="11987" y="15925"/>
                  </a:lnTo>
                  <a:lnTo>
                    <a:pt x="13306" y="15925"/>
                  </a:lnTo>
                  <a:cubicBezTo>
                    <a:pt x="14148" y="15925"/>
                    <a:pt x="14831" y="15243"/>
                    <a:pt x="14831" y="14401"/>
                  </a:cubicBezTo>
                  <a:lnTo>
                    <a:pt x="14831" y="2740"/>
                  </a:lnTo>
                  <a:cubicBezTo>
                    <a:pt x="14831" y="2574"/>
                    <a:pt x="14691" y="2438"/>
                    <a:pt x="14525" y="2438"/>
                  </a:cubicBezTo>
                  <a:lnTo>
                    <a:pt x="11220" y="2438"/>
                  </a:lnTo>
                  <a:cubicBezTo>
                    <a:pt x="11139" y="2438"/>
                    <a:pt x="11061" y="2470"/>
                    <a:pt x="11002" y="2525"/>
                  </a:cubicBezTo>
                  <a:lnTo>
                    <a:pt x="10320" y="3208"/>
                  </a:lnTo>
                  <a:cubicBezTo>
                    <a:pt x="10034" y="3497"/>
                    <a:pt x="9650" y="3656"/>
                    <a:pt x="9244" y="3656"/>
                  </a:cubicBezTo>
                  <a:lnTo>
                    <a:pt x="6806" y="3656"/>
                  </a:lnTo>
                  <a:cubicBezTo>
                    <a:pt x="6400" y="3656"/>
                    <a:pt x="6020" y="3497"/>
                    <a:pt x="5731" y="3208"/>
                  </a:cubicBezTo>
                  <a:lnTo>
                    <a:pt x="5048" y="2525"/>
                  </a:lnTo>
                  <a:cubicBezTo>
                    <a:pt x="4990" y="2470"/>
                    <a:pt x="4912" y="2438"/>
                    <a:pt x="4830" y="2438"/>
                  </a:cubicBezTo>
                  <a:lnTo>
                    <a:pt x="1525" y="2438"/>
                  </a:lnTo>
                  <a:cubicBezTo>
                    <a:pt x="1359" y="2438"/>
                    <a:pt x="1220" y="2574"/>
                    <a:pt x="1220" y="2740"/>
                  </a:cubicBezTo>
                  <a:lnTo>
                    <a:pt x="1220" y="7820"/>
                  </a:lnTo>
                  <a:cubicBezTo>
                    <a:pt x="1220" y="7985"/>
                    <a:pt x="1359" y="8125"/>
                    <a:pt x="1525" y="8125"/>
                  </a:cubicBezTo>
                  <a:cubicBezTo>
                    <a:pt x="1691" y="8125"/>
                    <a:pt x="1831" y="7985"/>
                    <a:pt x="1831" y="7820"/>
                  </a:cubicBezTo>
                  <a:lnTo>
                    <a:pt x="1831" y="3045"/>
                  </a:lnTo>
                  <a:lnTo>
                    <a:pt x="4707" y="3045"/>
                  </a:lnTo>
                  <a:cubicBezTo>
                    <a:pt x="4707" y="3045"/>
                    <a:pt x="5272" y="3611"/>
                    <a:pt x="5305" y="3640"/>
                  </a:cubicBezTo>
                  <a:cubicBezTo>
                    <a:pt x="5705" y="4043"/>
                    <a:pt x="6241" y="4264"/>
                    <a:pt x="6810" y="4264"/>
                  </a:cubicBezTo>
                  <a:lnTo>
                    <a:pt x="9247" y="4264"/>
                  </a:lnTo>
                  <a:cubicBezTo>
                    <a:pt x="9816" y="4264"/>
                    <a:pt x="10352" y="4043"/>
                    <a:pt x="10755" y="3640"/>
                  </a:cubicBezTo>
                  <a:lnTo>
                    <a:pt x="11350" y="3045"/>
                  </a:lnTo>
                  <a:lnTo>
                    <a:pt x="14226" y="3045"/>
                  </a:lnTo>
                  <a:lnTo>
                    <a:pt x="14226" y="8860"/>
                  </a:lnTo>
                  <a:cubicBezTo>
                    <a:pt x="12305" y="9907"/>
                    <a:pt x="10166" y="10430"/>
                    <a:pt x="8027" y="10430"/>
                  </a:cubicBezTo>
                  <a:cubicBezTo>
                    <a:pt x="5832" y="10430"/>
                    <a:pt x="3637" y="9878"/>
                    <a:pt x="1681" y="8775"/>
                  </a:cubicBezTo>
                  <a:cubicBezTo>
                    <a:pt x="1635" y="8748"/>
                    <a:pt x="1583" y="8734"/>
                    <a:pt x="1531" y="8734"/>
                  </a:cubicBezTo>
                  <a:cubicBezTo>
                    <a:pt x="1477" y="8734"/>
                    <a:pt x="1423" y="8749"/>
                    <a:pt x="1376" y="8778"/>
                  </a:cubicBezTo>
                  <a:cubicBezTo>
                    <a:pt x="1281" y="8830"/>
                    <a:pt x="1226" y="8934"/>
                    <a:pt x="1226" y="9042"/>
                  </a:cubicBezTo>
                  <a:lnTo>
                    <a:pt x="1226" y="14404"/>
                  </a:lnTo>
                  <a:cubicBezTo>
                    <a:pt x="1226" y="15246"/>
                    <a:pt x="1909" y="15928"/>
                    <a:pt x="2747" y="15928"/>
                  </a:cubicBezTo>
                  <a:lnTo>
                    <a:pt x="4070" y="15928"/>
                  </a:lnTo>
                  <a:lnTo>
                    <a:pt x="4070" y="17758"/>
                  </a:lnTo>
                  <a:lnTo>
                    <a:pt x="1525" y="17758"/>
                  </a:lnTo>
                  <a:cubicBezTo>
                    <a:pt x="1021" y="17758"/>
                    <a:pt x="612" y="17345"/>
                    <a:pt x="612" y="16842"/>
                  </a:cubicBezTo>
                  <a:lnTo>
                    <a:pt x="612" y="1528"/>
                  </a:lnTo>
                  <a:cubicBezTo>
                    <a:pt x="612" y="1024"/>
                    <a:pt x="1021" y="611"/>
                    <a:pt x="1525" y="611"/>
                  </a:cubicBezTo>
                  <a:close/>
                  <a:moveTo>
                    <a:pt x="5893" y="18363"/>
                  </a:moveTo>
                  <a:lnTo>
                    <a:pt x="5893" y="18970"/>
                  </a:lnTo>
                  <a:lnTo>
                    <a:pt x="4063" y="18970"/>
                  </a:lnTo>
                  <a:lnTo>
                    <a:pt x="4063" y="18363"/>
                  </a:lnTo>
                  <a:close/>
                  <a:moveTo>
                    <a:pt x="11987" y="18363"/>
                  </a:moveTo>
                  <a:lnTo>
                    <a:pt x="11987" y="18970"/>
                  </a:lnTo>
                  <a:lnTo>
                    <a:pt x="10157" y="18970"/>
                  </a:lnTo>
                  <a:lnTo>
                    <a:pt x="10157" y="18363"/>
                  </a:lnTo>
                  <a:close/>
                  <a:moveTo>
                    <a:pt x="5893" y="19581"/>
                  </a:moveTo>
                  <a:lnTo>
                    <a:pt x="5893" y="20189"/>
                  </a:lnTo>
                  <a:lnTo>
                    <a:pt x="4063" y="20189"/>
                  </a:lnTo>
                  <a:lnTo>
                    <a:pt x="4063" y="19581"/>
                  </a:lnTo>
                  <a:close/>
                  <a:moveTo>
                    <a:pt x="14220" y="12269"/>
                  </a:moveTo>
                  <a:lnTo>
                    <a:pt x="14220" y="14401"/>
                  </a:lnTo>
                  <a:cubicBezTo>
                    <a:pt x="14220" y="14905"/>
                    <a:pt x="13810" y="15314"/>
                    <a:pt x="13306" y="15314"/>
                  </a:cubicBezTo>
                  <a:lnTo>
                    <a:pt x="11681" y="15314"/>
                  </a:lnTo>
                  <a:cubicBezTo>
                    <a:pt x="11516" y="15314"/>
                    <a:pt x="11376" y="15454"/>
                    <a:pt x="11376" y="15620"/>
                  </a:cubicBezTo>
                  <a:lnTo>
                    <a:pt x="11376" y="17752"/>
                  </a:lnTo>
                  <a:lnTo>
                    <a:pt x="10768" y="17752"/>
                  </a:lnTo>
                  <a:lnTo>
                    <a:pt x="10768" y="15620"/>
                  </a:lnTo>
                  <a:cubicBezTo>
                    <a:pt x="10768" y="15454"/>
                    <a:pt x="10628" y="15314"/>
                    <a:pt x="10463" y="15314"/>
                  </a:cubicBezTo>
                  <a:lnTo>
                    <a:pt x="8636" y="15314"/>
                  </a:lnTo>
                  <a:cubicBezTo>
                    <a:pt x="8467" y="15314"/>
                    <a:pt x="8331" y="15451"/>
                    <a:pt x="8331" y="15620"/>
                  </a:cubicBezTo>
                  <a:lnTo>
                    <a:pt x="8331" y="20189"/>
                  </a:lnTo>
                  <a:lnTo>
                    <a:pt x="7720" y="20189"/>
                  </a:lnTo>
                  <a:lnTo>
                    <a:pt x="7720" y="15620"/>
                  </a:lnTo>
                  <a:cubicBezTo>
                    <a:pt x="7720" y="15454"/>
                    <a:pt x="7583" y="15314"/>
                    <a:pt x="7417" y="15314"/>
                  </a:cubicBezTo>
                  <a:lnTo>
                    <a:pt x="5588" y="15314"/>
                  </a:lnTo>
                  <a:cubicBezTo>
                    <a:pt x="5422" y="15314"/>
                    <a:pt x="5282" y="15454"/>
                    <a:pt x="5282" y="15620"/>
                  </a:cubicBezTo>
                  <a:lnTo>
                    <a:pt x="5282" y="17752"/>
                  </a:lnTo>
                  <a:lnTo>
                    <a:pt x="4674" y="17752"/>
                  </a:lnTo>
                  <a:lnTo>
                    <a:pt x="4674" y="15620"/>
                  </a:lnTo>
                  <a:cubicBezTo>
                    <a:pt x="4674" y="15454"/>
                    <a:pt x="4535" y="15314"/>
                    <a:pt x="4369" y="15314"/>
                  </a:cubicBezTo>
                  <a:lnTo>
                    <a:pt x="2744" y="15314"/>
                  </a:lnTo>
                  <a:cubicBezTo>
                    <a:pt x="2240" y="15314"/>
                    <a:pt x="1831" y="14905"/>
                    <a:pt x="1831" y="14401"/>
                  </a:cubicBezTo>
                  <a:lnTo>
                    <a:pt x="1831" y="12269"/>
                  </a:lnTo>
                  <a:close/>
                  <a:moveTo>
                    <a:pt x="11987" y="19581"/>
                  </a:moveTo>
                  <a:lnTo>
                    <a:pt x="11987" y="20189"/>
                  </a:lnTo>
                  <a:lnTo>
                    <a:pt x="10157" y="20189"/>
                  </a:lnTo>
                  <a:lnTo>
                    <a:pt x="10157" y="19581"/>
                  </a:lnTo>
                  <a:close/>
                  <a:moveTo>
                    <a:pt x="1525" y="0"/>
                  </a:moveTo>
                  <a:cubicBezTo>
                    <a:pt x="683" y="0"/>
                    <a:pt x="1" y="683"/>
                    <a:pt x="1" y="1524"/>
                  </a:cubicBezTo>
                  <a:lnTo>
                    <a:pt x="1" y="16838"/>
                  </a:lnTo>
                  <a:cubicBezTo>
                    <a:pt x="1" y="17680"/>
                    <a:pt x="683" y="18363"/>
                    <a:pt x="1525" y="18363"/>
                  </a:cubicBezTo>
                  <a:lnTo>
                    <a:pt x="3456" y="18363"/>
                  </a:lnTo>
                  <a:lnTo>
                    <a:pt x="3456" y="20495"/>
                  </a:lnTo>
                  <a:cubicBezTo>
                    <a:pt x="3456" y="20660"/>
                    <a:pt x="3592" y="20800"/>
                    <a:pt x="3761" y="20800"/>
                  </a:cubicBezTo>
                  <a:lnTo>
                    <a:pt x="6199" y="20800"/>
                  </a:lnTo>
                  <a:cubicBezTo>
                    <a:pt x="6364" y="20800"/>
                    <a:pt x="6501" y="20660"/>
                    <a:pt x="6501" y="20495"/>
                  </a:cubicBezTo>
                  <a:lnTo>
                    <a:pt x="6501" y="18363"/>
                  </a:lnTo>
                  <a:lnTo>
                    <a:pt x="7112" y="18363"/>
                  </a:lnTo>
                  <a:lnTo>
                    <a:pt x="7112" y="20495"/>
                  </a:lnTo>
                  <a:cubicBezTo>
                    <a:pt x="7112" y="20660"/>
                    <a:pt x="7248" y="20800"/>
                    <a:pt x="7417" y="20800"/>
                  </a:cubicBezTo>
                  <a:lnTo>
                    <a:pt x="8636" y="20800"/>
                  </a:lnTo>
                  <a:cubicBezTo>
                    <a:pt x="8802" y="20800"/>
                    <a:pt x="8938" y="20660"/>
                    <a:pt x="8938" y="20495"/>
                  </a:cubicBezTo>
                  <a:lnTo>
                    <a:pt x="8938" y="18363"/>
                  </a:lnTo>
                  <a:lnTo>
                    <a:pt x="9549" y="18363"/>
                  </a:lnTo>
                  <a:lnTo>
                    <a:pt x="9549" y="20495"/>
                  </a:lnTo>
                  <a:cubicBezTo>
                    <a:pt x="9549" y="20660"/>
                    <a:pt x="9686" y="20800"/>
                    <a:pt x="9855" y="20800"/>
                  </a:cubicBezTo>
                  <a:lnTo>
                    <a:pt x="12292" y="20800"/>
                  </a:lnTo>
                  <a:cubicBezTo>
                    <a:pt x="12458" y="20800"/>
                    <a:pt x="12595" y="20660"/>
                    <a:pt x="12595" y="20495"/>
                  </a:cubicBezTo>
                  <a:lnTo>
                    <a:pt x="12595" y="18363"/>
                  </a:lnTo>
                  <a:lnTo>
                    <a:pt x="14525" y="18363"/>
                  </a:lnTo>
                  <a:cubicBezTo>
                    <a:pt x="15367" y="18363"/>
                    <a:pt x="16049" y="17680"/>
                    <a:pt x="16049" y="16838"/>
                  </a:cubicBezTo>
                  <a:lnTo>
                    <a:pt x="16049" y="1521"/>
                  </a:lnTo>
                  <a:cubicBezTo>
                    <a:pt x="16049" y="683"/>
                    <a:pt x="15367" y="0"/>
                    <a:pt x="14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40"/>
          <p:cNvGrpSpPr/>
          <p:nvPr/>
        </p:nvGrpSpPr>
        <p:grpSpPr>
          <a:xfrm>
            <a:off x="3524824" y="2034242"/>
            <a:ext cx="331553" cy="429697"/>
            <a:chOff x="5044391" y="1531559"/>
            <a:chExt cx="331553" cy="429697"/>
          </a:xfrm>
        </p:grpSpPr>
        <p:sp>
          <p:nvSpPr>
            <p:cNvPr id="339" name="Google Shape;339;p40"/>
            <p:cNvSpPr/>
            <p:nvPr/>
          </p:nvSpPr>
          <p:spPr>
            <a:xfrm>
              <a:off x="5166105" y="1556741"/>
              <a:ext cx="88104" cy="37824"/>
            </a:xfrm>
            <a:custGeom>
              <a:avLst/>
              <a:gdLst/>
              <a:ahLst/>
              <a:cxnLst/>
              <a:rect l="l" t="t" r="r" b="b"/>
              <a:pathLst>
                <a:path w="4265" h="1831" extrusionOk="0">
                  <a:moveTo>
                    <a:pt x="3352" y="612"/>
                  </a:moveTo>
                  <a:cubicBezTo>
                    <a:pt x="3517" y="612"/>
                    <a:pt x="3657" y="748"/>
                    <a:pt x="3657" y="917"/>
                  </a:cubicBezTo>
                  <a:cubicBezTo>
                    <a:pt x="3657" y="1083"/>
                    <a:pt x="3524" y="1219"/>
                    <a:pt x="3352" y="1219"/>
                  </a:cubicBezTo>
                  <a:lnTo>
                    <a:pt x="914" y="1219"/>
                  </a:lnTo>
                  <a:cubicBezTo>
                    <a:pt x="748" y="1219"/>
                    <a:pt x="609" y="1083"/>
                    <a:pt x="609" y="917"/>
                  </a:cubicBezTo>
                  <a:cubicBezTo>
                    <a:pt x="609" y="748"/>
                    <a:pt x="748" y="612"/>
                    <a:pt x="914" y="612"/>
                  </a:cubicBezTo>
                  <a:close/>
                  <a:moveTo>
                    <a:pt x="914" y="1"/>
                  </a:moveTo>
                  <a:cubicBezTo>
                    <a:pt x="410" y="1"/>
                    <a:pt x="1" y="413"/>
                    <a:pt x="1" y="917"/>
                  </a:cubicBezTo>
                  <a:cubicBezTo>
                    <a:pt x="1" y="1421"/>
                    <a:pt x="410" y="1830"/>
                    <a:pt x="914" y="1830"/>
                  </a:cubicBezTo>
                  <a:lnTo>
                    <a:pt x="3352" y="1830"/>
                  </a:lnTo>
                  <a:cubicBezTo>
                    <a:pt x="3855" y="1830"/>
                    <a:pt x="4265" y="1421"/>
                    <a:pt x="4265" y="917"/>
                  </a:cubicBezTo>
                  <a:cubicBezTo>
                    <a:pt x="4265" y="413"/>
                    <a:pt x="3859" y="1"/>
                    <a:pt x="3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5044391" y="1531559"/>
              <a:ext cx="331553" cy="429697"/>
            </a:xfrm>
            <a:custGeom>
              <a:avLst/>
              <a:gdLst/>
              <a:ahLst/>
              <a:cxnLst/>
              <a:rect l="l" t="t" r="r" b="b"/>
              <a:pathLst>
                <a:path w="16050" h="20801" extrusionOk="0">
                  <a:moveTo>
                    <a:pt x="7112" y="15926"/>
                  </a:moveTo>
                  <a:lnTo>
                    <a:pt x="7112" y="17756"/>
                  </a:lnTo>
                  <a:lnTo>
                    <a:pt x="5893" y="17756"/>
                  </a:lnTo>
                  <a:lnTo>
                    <a:pt x="5893" y="15926"/>
                  </a:lnTo>
                  <a:close/>
                  <a:moveTo>
                    <a:pt x="10157" y="15926"/>
                  </a:moveTo>
                  <a:lnTo>
                    <a:pt x="10157" y="17756"/>
                  </a:lnTo>
                  <a:lnTo>
                    <a:pt x="8938" y="17756"/>
                  </a:lnTo>
                  <a:lnTo>
                    <a:pt x="8938" y="15926"/>
                  </a:lnTo>
                  <a:close/>
                  <a:moveTo>
                    <a:pt x="5893" y="18363"/>
                  </a:moveTo>
                  <a:lnTo>
                    <a:pt x="5893" y="18974"/>
                  </a:lnTo>
                  <a:lnTo>
                    <a:pt x="4063" y="18974"/>
                  </a:lnTo>
                  <a:lnTo>
                    <a:pt x="4063" y="18363"/>
                  </a:lnTo>
                  <a:close/>
                  <a:moveTo>
                    <a:pt x="11987" y="18363"/>
                  </a:moveTo>
                  <a:lnTo>
                    <a:pt x="11987" y="18974"/>
                  </a:lnTo>
                  <a:lnTo>
                    <a:pt x="10157" y="18974"/>
                  </a:lnTo>
                  <a:lnTo>
                    <a:pt x="10157" y="18363"/>
                  </a:lnTo>
                  <a:close/>
                  <a:moveTo>
                    <a:pt x="5893" y="19582"/>
                  </a:moveTo>
                  <a:lnTo>
                    <a:pt x="5893" y="20193"/>
                  </a:lnTo>
                  <a:lnTo>
                    <a:pt x="4063" y="20193"/>
                  </a:lnTo>
                  <a:lnTo>
                    <a:pt x="4063" y="19582"/>
                  </a:lnTo>
                  <a:close/>
                  <a:moveTo>
                    <a:pt x="14528" y="612"/>
                  </a:moveTo>
                  <a:cubicBezTo>
                    <a:pt x="15032" y="612"/>
                    <a:pt x="15445" y="1021"/>
                    <a:pt x="15445" y="1525"/>
                  </a:cubicBezTo>
                  <a:lnTo>
                    <a:pt x="15445" y="16842"/>
                  </a:lnTo>
                  <a:lnTo>
                    <a:pt x="15438" y="16842"/>
                  </a:lnTo>
                  <a:cubicBezTo>
                    <a:pt x="15438" y="17346"/>
                    <a:pt x="15029" y="17756"/>
                    <a:pt x="14525" y="17756"/>
                  </a:cubicBezTo>
                  <a:lnTo>
                    <a:pt x="11987" y="17756"/>
                  </a:lnTo>
                  <a:lnTo>
                    <a:pt x="11987" y="15926"/>
                  </a:lnTo>
                  <a:lnTo>
                    <a:pt x="13306" y="15926"/>
                  </a:lnTo>
                  <a:cubicBezTo>
                    <a:pt x="14148" y="15926"/>
                    <a:pt x="14830" y="15243"/>
                    <a:pt x="14830" y="14405"/>
                  </a:cubicBezTo>
                  <a:lnTo>
                    <a:pt x="14830" y="2744"/>
                  </a:lnTo>
                  <a:cubicBezTo>
                    <a:pt x="14830" y="2578"/>
                    <a:pt x="14691" y="2438"/>
                    <a:pt x="14525" y="2438"/>
                  </a:cubicBezTo>
                  <a:lnTo>
                    <a:pt x="11220" y="2438"/>
                  </a:lnTo>
                  <a:cubicBezTo>
                    <a:pt x="11138" y="2438"/>
                    <a:pt x="11060" y="2471"/>
                    <a:pt x="11002" y="2529"/>
                  </a:cubicBezTo>
                  <a:lnTo>
                    <a:pt x="10319" y="3212"/>
                  </a:lnTo>
                  <a:cubicBezTo>
                    <a:pt x="10030" y="3501"/>
                    <a:pt x="9650" y="3657"/>
                    <a:pt x="9244" y="3657"/>
                  </a:cubicBezTo>
                  <a:lnTo>
                    <a:pt x="6806" y="3657"/>
                  </a:lnTo>
                  <a:cubicBezTo>
                    <a:pt x="6400" y="3657"/>
                    <a:pt x="6020" y="3501"/>
                    <a:pt x="5730" y="3212"/>
                  </a:cubicBezTo>
                  <a:cubicBezTo>
                    <a:pt x="5724" y="3205"/>
                    <a:pt x="5298" y="2786"/>
                    <a:pt x="5048" y="2529"/>
                  </a:cubicBezTo>
                  <a:cubicBezTo>
                    <a:pt x="4989" y="2471"/>
                    <a:pt x="4911" y="2438"/>
                    <a:pt x="4830" y="2438"/>
                  </a:cubicBezTo>
                  <a:lnTo>
                    <a:pt x="1525" y="2438"/>
                  </a:lnTo>
                  <a:cubicBezTo>
                    <a:pt x="1359" y="2438"/>
                    <a:pt x="1219" y="2578"/>
                    <a:pt x="1219" y="2744"/>
                  </a:cubicBezTo>
                  <a:lnTo>
                    <a:pt x="1219" y="10056"/>
                  </a:lnTo>
                  <a:cubicBezTo>
                    <a:pt x="1219" y="10222"/>
                    <a:pt x="1359" y="10362"/>
                    <a:pt x="1525" y="10362"/>
                  </a:cubicBezTo>
                  <a:cubicBezTo>
                    <a:pt x="1691" y="10362"/>
                    <a:pt x="1830" y="10222"/>
                    <a:pt x="1830" y="10056"/>
                  </a:cubicBezTo>
                  <a:lnTo>
                    <a:pt x="1830" y="3049"/>
                  </a:lnTo>
                  <a:lnTo>
                    <a:pt x="4707" y="3049"/>
                  </a:lnTo>
                  <a:cubicBezTo>
                    <a:pt x="4707" y="3049"/>
                    <a:pt x="5269" y="3612"/>
                    <a:pt x="5301" y="3641"/>
                  </a:cubicBezTo>
                  <a:cubicBezTo>
                    <a:pt x="5704" y="4044"/>
                    <a:pt x="6241" y="4268"/>
                    <a:pt x="6809" y="4268"/>
                  </a:cubicBezTo>
                  <a:lnTo>
                    <a:pt x="9247" y="4268"/>
                  </a:lnTo>
                  <a:cubicBezTo>
                    <a:pt x="9816" y="4268"/>
                    <a:pt x="10352" y="4044"/>
                    <a:pt x="10755" y="3641"/>
                  </a:cubicBezTo>
                  <a:lnTo>
                    <a:pt x="11350" y="3049"/>
                  </a:lnTo>
                  <a:lnTo>
                    <a:pt x="14226" y="3049"/>
                  </a:lnTo>
                  <a:lnTo>
                    <a:pt x="14226" y="14405"/>
                  </a:lnTo>
                  <a:cubicBezTo>
                    <a:pt x="14226" y="14909"/>
                    <a:pt x="13813" y="15318"/>
                    <a:pt x="13309" y="15318"/>
                  </a:cubicBezTo>
                  <a:lnTo>
                    <a:pt x="11684" y="15318"/>
                  </a:lnTo>
                  <a:cubicBezTo>
                    <a:pt x="11519" y="15318"/>
                    <a:pt x="11382" y="15455"/>
                    <a:pt x="11382" y="15624"/>
                  </a:cubicBezTo>
                  <a:lnTo>
                    <a:pt x="11382" y="17756"/>
                  </a:lnTo>
                  <a:lnTo>
                    <a:pt x="10771" y="17756"/>
                  </a:lnTo>
                  <a:lnTo>
                    <a:pt x="10771" y="15624"/>
                  </a:lnTo>
                  <a:cubicBezTo>
                    <a:pt x="10771" y="15455"/>
                    <a:pt x="10635" y="15318"/>
                    <a:pt x="10466" y="15318"/>
                  </a:cubicBezTo>
                  <a:lnTo>
                    <a:pt x="8639" y="15318"/>
                  </a:lnTo>
                  <a:cubicBezTo>
                    <a:pt x="8473" y="15318"/>
                    <a:pt x="8334" y="15455"/>
                    <a:pt x="8334" y="15624"/>
                  </a:cubicBezTo>
                  <a:lnTo>
                    <a:pt x="8334" y="20193"/>
                  </a:lnTo>
                  <a:lnTo>
                    <a:pt x="7726" y="20193"/>
                  </a:lnTo>
                  <a:lnTo>
                    <a:pt x="7726" y="15624"/>
                  </a:lnTo>
                  <a:cubicBezTo>
                    <a:pt x="7726" y="15455"/>
                    <a:pt x="7586" y="15318"/>
                    <a:pt x="7420" y="15318"/>
                  </a:cubicBezTo>
                  <a:lnTo>
                    <a:pt x="5591" y="15318"/>
                  </a:lnTo>
                  <a:cubicBezTo>
                    <a:pt x="5425" y="15318"/>
                    <a:pt x="5288" y="15455"/>
                    <a:pt x="5288" y="15624"/>
                  </a:cubicBezTo>
                  <a:lnTo>
                    <a:pt x="5288" y="17756"/>
                  </a:lnTo>
                  <a:lnTo>
                    <a:pt x="4677" y="17756"/>
                  </a:lnTo>
                  <a:lnTo>
                    <a:pt x="4677" y="15624"/>
                  </a:lnTo>
                  <a:cubicBezTo>
                    <a:pt x="4677" y="15455"/>
                    <a:pt x="4541" y="15318"/>
                    <a:pt x="4372" y="15318"/>
                  </a:cubicBezTo>
                  <a:lnTo>
                    <a:pt x="2747" y="15318"/>
                  </a:lnTo>
                  <a:cubicBezTo>
                    <a:pt x="2243" y="15318"/>
                    <a:pt x="1834" y="14909"/>
                    <a:pt x="1834" y="14405"/>
                  </a:cubicBezTo>
                  <a:lnTo>
                    <a:pt x="1834" y="11275"/>
                  </a:lnTo>
                  <a:cubicBezTo>
                    <a:pt x="1834" y="11109"/>
                    <a:pt x="1697" y="10970"/>
                    <a:pt x="1528" y="10970"/>
                  </a:cubicBezTo>
                  <a:cubicBezTo>
                    <a:pt x="1362" y="10970"/>
                    <a:pt x="1226" y="11109"/>
                    <a:pt x="1226" y="11275"/>
                  </a:cubicBezTo>
                  <a:lnTo>
                    <a:pt x="1226" y="14405"/>
                  </a:lnTo>
                  <a:cubicBezTo>
                    <a:pt x="1226" y="15243"/>
                    <a:pt x="1908" y="15926"/>
                    <a:pt x="2747" y="15926"/>
                  </a:cubicBezTo>
                  <a:lnTo>
                    <a:pt x="4070" y="15926"/>
                  </a:lnTo>
                  <a:lnTo>
                    <a:pt x="4070" y="17756"/>
                  </a:lnTo>
                  <a:lnTo>
                    <a:pt x="1528" y="17756"/>
                  </a:lnTo>
                  <a:cubicBezTo>
                    <a:pt x="1024" y="17756"/>
                    <a:pt x="615" y="17346"/>
                    <a:pt x="615" y="16842"/>
                  </a:cubicBezTo>
                  <a:lnTo>
                    <a:pt x="615" y="1525"/>
                  </a:lnTo>
                  <a:cubicBezTo>
                    <a:pt x="615" y="1021"/>
                    <a:pt x="1024" y="612"/>
                    <a:pt x="1528" y="612"/>
                  </a:cubicBezTo>
                  <a:close/>
                  <a:moveTo>
                    <a:pt x="11987" y="19582"/>
                  </a:moveTo>
                  <a:lnTo>
                    <a:pt x="11987" y="20193"/>
                  </a:lnTo>
                  <a:lnTo>
                    <a:pt x="10157" y="20193"/>
                  </a:lnTo>
                  <a:lnTo>
                    <a:pt x="10157" y="19582"/>
                  </a:lnTo>
                  <a:close/>
                  <a:moveTo>
                    <a:pt x="1525" y="1"/>
                  </a:moveTo>
                  <a:cubicBezTo>
                    <a:pt x="683" y="1"/>
                    <a:pt x="1" y="683"/>
                    <a:pt x="1" y="1525"/>
                  </a:cubicBezTo>
                  <a:lnTo>
                    <a:pt x="1" y="16842"/>
                  </a:lnTo>
                  <a:cubicBezTo>
                    <a:pt x="1" y="17681"/>
                    <a:pt x="683" y="18363"/>
                    <a:pt x="1525" y="18363"/>
                  </a:cubicBezTo>
                  <a:lnTo>
                    <a:pt x="3455" y="18363"/>
                  </a:lnTo>
                  <a:lnTo>
                    <a:pt x="3455" y="20499"/>
                  </a:lnTo>
                  <a:cubicBezTo>
                    <a:pt x="3455" y="20664"/>
                    <a:pt x="3592" y="20801"/>
                    <a:pt x="3758" y="20801"/>
                  </a:cubicBezTo>
                  <a:lnTo>
                    <a:pt x="6195" y="20801"/>
                  </a:lnTo>
                  <a:cubicBezTo>
                    <a:pt x="6364" y="20801"/>
                    <a:pt x="6501" y="20664"/>
                    <a:pt x="6501" y="20499"/>
                  </a:cubicBezTo>
                  <a:lnTo>
                    <a:pt x="6501" y="18363"/>
                  </a:lnTo>
                  <a:lnTo>
                    <a:pt x="7112" y="18363"/>
                  </a:lnTo>
                  <a:lnTo>
                    <a:pt x="7112" y="20499"/>
                  </a:lnTo>
                  <a:cubicBezTo>
                    <a:pt x="7112" y="20664"/>
                    <a:pt x="7248" y="20801"/>
                    <a:pt x="7414" y="20801"/>
                  </a:cubicBezTo>
                  <a:lnTo>
                    <a:pt x="8633" y="20801"/>
                  </a:lnTo>
                  <a:cubicBezTo>
                    <a:pt x="8802" y="20801"/>
                    <a:pt x="8938" y="20664"/>
                    <a:pt x="8938" y="20499"/>
                  </a:cubicBezTo>
                  <a:lnTo>
                    <a:pt x="8938" y="18363"/>
                  </a:lnTo>
                  <a:lnTo>
                    <a:pt x="9549" y="18363"/>
                  </a:lnTo>
                  <a:lnTo>
                    <a:pt x="9549" y="20499"/>
                  </a:lnTo>
                  <a:cubicBezTo>
                    <a:pt x="9549" y="20664"/>
                    <a:pt x="9686" y="20801"/>
                    <a:pt x="9851" y="20801"/>
                  </a:cubicBezTo>
                  <a:lnTo>
                    <a:pt x="12289" y="20801"/>
                  </a:lnTo>
                  <a:cubicBezTo>
                    <a:pt x="12458" y="20801"/>
                    <a:pt x="12594" y="20664"/>
                    <a:pt x="12594" y="20499"/>
                  </a:cubicBezTo>
                  <a:lnTo>
                    <a:pt x="12594" y="18363"/>
                  </a:lnTo>
                  <a:lnTo>
                    <a:pt x="14525" y="18363"/>
                  </a:lnTo>
                  <a:cubicBezTo>
                    <a:pt x="15367" y="18363"/>
                    <a:pt x="16049" y="17681"/>
                    <a:pt x="16049" y="16842"/>
                  </a:cubicBezTo>
                  <a:lnTo>
                    <a:pt x="16049" y="1525"/>
                  </a:lnTo>
                  <a:cubicBezTo>
                    <a:pt x="16049" y="683"/>
                    <a:pt x="15367" y="1"/>
                    <a:pt x="14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5132537" y="1632265"/>
              <a:ext cx="155241" cy="163711"/>
            </a:xfrm>
            <a:custGeom>
              <a:avLst/>
              <a:gdLst/>
              <a:ahLst/>
              <a:cxnLst/>
              <a:rect l="l" t="t" r="r" b="b"/>
              <a:pathLst>
                <a:path w="7515" h="7925" extrusionOk="0">
                  <a:moveTo>
                    <a:pt x="6907" y="612"/>
                  </a:moveTo>
                  <a:lnTo>
                    <a:pt x="6907" y="5487"/>
                  </a:lnTo>
                  <a:lnTo>
                    <a:pt x="609" y="5487"/>
                  </a:lnTo>
                  <a:lnTo>
                    <a:pt x="609" y="612"/>
                  </a:lnTo>
                  <a:close/>
                  <a:moveTo>
                    <a:pt x="6907" y="6095"/>
                  </a:moveTo>
                  <a:lnTo>
                    <a:pt x="6907" y="7313"/>
                  </a:lnTo>
                  <a:lnTo>
                    <a:pt x="609" y="7313"/>
                  </a:lnTo>
                  <a:lnTo>
                    <a:pt x="609" y="6095"/>
                  </a:lnTo>
                  <a:close/>
                  <a:moveTo>
                    <a:pt x="303" y="1"/>
                  </a:moveTo>
                  <a:cubicBezTo>
                    <a:pt x="137" y="1"/>
                    <a:pt x="1" y="141"/>
                    <a:pt x="1" y="306"/>
                  </a:cubicBezTo>
                  <a:lnTo>
                    <a:pt x="1" y="7619"/>
                  </a:lnTo>
                  <a:cubicBezTo>
                    <a:pt x="1" y="7785"/>
                    <a:pt x="137" y="7924"/>
                    <a:pt x="303" y="7924"/>
                  </a:cubicBezTo>
                  <a:lnTo>
                    <a:pt x="7209" y="7924"/>
                  </a:lnTo>
                  <a:cubicBezTo>
                    <a:pt x="7378" y="7924"/>
                    <a:pt x="7515" y="7785"/>
                    <a:pt x="7515" y="7619"/>
                  </a:cubicBezTo>
                  <a:lnTo>
                    <a:pt x="7515" y="306"/>
                  </a:lnTo>
                  <a:cubicBezTo>
                    <a:pt x="7515" y="141"/>
                    <a:pt x="7378" y="1"/>
                    <a:pt x="7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40"/>
          <p:cNvGrpSpPr/>
          <p:nvPr/>
        </p:nvGrpSpPr>
        <p:grpSpPr>
          <a:xfrm>
            <a:off x="6096581" y="2034255"/>
            <a:ext cx="331553" cy="429697"/>
            <a:chOff x="5537506" y="1541227"/>
            <a:chExt cx="331553" cy="429697"/>
          </a:xfrm>
        </p:grpSpPr>
        <p:sp>
          <p:nvSpPr>
            <p:cNvPr id="343" name="Google Shape;343;p40"/>
            <p:cNvSpPr/>
            <p:nvPr/>
          </p:nvSpPr>
          <p:spPr>
            <a:xfrm>
              <a:off x="5659241" y="1566408"/>
              <a:ext cx="88104" cy="37824"/>
            </a:xfrm>
            <a:custGeom>
              <a:avLst/>
              <a:gdLst/>
              <a:ahLst/>
              <a:cxnLst/>
              <a:rect l="l" t="t" r="r" b="b"/>
              <a:pathLst>
                <a:path w="4265" h="1831" extrusionOk="0">
                  <a:moveTo>
                    <a:pt x="3351" y="612"/>
                  </a:moveTo>
                  <a:cubicBezTo>
                    <a:pt x="3517" y="612"/>
                    <a:pt x="3656" y="748"/>
                    <a:pt x="3656" y="914"/>
                  </a:cubicBezTo>
                  <a:cubicBezTo>
                    <a:pt x="3656" y="1083"/>
                    <a:pt x="3517" y="1219"/>
                    <a:pt x="3351" y="1219"/>
                  </a:cubicBezTo>
                  <a:lnTo>
                    <a:pt x="913" y="1219"/>
                  </a:lnTo>
                  <a:cubicBezTo>
                    <a:pt x="748" y="1219"/>
                    <a:pt x="608" y="1083"/>
                    <a:pt x="608" y="914"/>
                  </a:cubicBezTo>
                  <a:cubicBezTo>
                    <a:pt x="608" y="748"/>
                    <a:pt x="748" y="612"/>
                    <a:pt x="913" y="612"/>
                  </a:cubicBezTo>
                  <a:close/>
                  <a:moveTo>
                    <a:pt x="913" y="1"/>
                  </a:moveTo>
                  <a:cubicBezTo>
                    <a:pt x="410" y="1"/>
                    <a:pt x="0" y="410"/>
                    <a:pt x="0" y="914"/>
                  </a:cubicBezTo>
                  <a:cubicBezTo>
                    <a:pt x="0" y="1418"/>
                    <a:pt x="410" y="1830"/>
                    <a:pt x="913" y="1830"/>
                  </a:cubicBezTo>
                  <a:lnTo>
                    <a:pt x="3351" y="1830"/>
                  </a:lnTo>
                  <a:cubicBezTo>
                    <a:pt x="3855" y="1830"/>
                    <a:pt x="4264" y="1418"/>
                    <a:pt x="4264" y="914"/>
                  </a:cubicBezTo>
                  <a:cubicBezTo>
                    <a:pt x="4264" y="410"/>
                    <a:pt x="3855" y="1"/>
                    <a:pt x="3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5537506" y="1541227"/>
              <a:ext cx="331553" cy="429697"/>
            </a:xfrm>
            <a:custGeom>
              <a:avLst/>
              <a:gdLst/>
              <a:ahLst/>
              <a:cxnLst/>
              <a:rect l="l" t="t" r="r" b="b"/>
              <a:pathLst>
                <a:path w="16050" h="20801" extrusionOk="0">
                  <a:moveTo>
                    <a:pt x="7112" y="15926"/>
                  </a:moveTo>
                  <a:lnTo>
                    <a:pt x="7112" y="17756"/>
                  </a:lnTo>
                  <a:lnTo>
                    <a:pt x="5893" y="17756"/>
                  </a:lnTo>
                  <a:lnTo>
                    <a:pt x="5893" y="15926"/>
                  </a:lnTo>
                  <a:close/>
                  <a:moveTo>
                    <a:pt x="10157" y="15926"/>
                  </a:moveTo>
                  <a:lnTo>
                    <a:pt x="10157" y="17756"/>
                  </a:lnTo>
                  <a:lnTo>
                    <a:pt x="8938" y="17756"/>
                  </a:lnTo>
                  <a:lnTo>
                    <a:pt x="8938" y="15926"/>
                  </a:lnTo>
                  <a:close/>
                  <a:moveTo>
                    <a:pt x="14525" y="612"/>
                  </a:moveTo>
                  <a:cubicBezTo>
                    <a:pt x="15029" y="612"/>
                    <a:pt x="15438" y="1021"/>
                    <a:pt x="15438" y="1525"/>
                  </a:cubicBezTo>
                  <a:lnTo>
                    <a:pt x="15438" y="16839"/>
                  </a:lnTo>
                  <a:cubicBezTo>
                    <a:pt x="15438" y="17343"/>
                    <a:pt x="15029" y="17756"/>
                    <a:pt x="14525" y="17756"/>
                  </a:cubicBezTo>
                  <a:lnTo>
                    <a:pt x="11987" y="17756"/>
                  </a:lnTo>
                  <a:lnTo>
                    <a:pt x="11987" y="15926"/>
                  </a:lnTo>
                  <a:lnTo>
                    <a:pt x="13306" y="15926"/>
                  </a:lnTo>
                  <a:cubicBezTo>
                    <a:pt x="14148" y="15926"/>
                    <a:pt x="14831" y="15243"/>
                    <a:pt x="14831" y="14402"/>
                  </a:cubicBezTo>
                  <a:lnTo>
                    <a:pt x="14831" y="2744"/>
                  </a:lnTo>
                  <a:cubicBezTo>
                    <a:pt x="14831" y="2578"/>
                    <a:pt x="14691" y="2438"/>
                    <a:pt x="14525" y="2438"/>
                  </a:cubicBezTo>
                  <a:lnTo>
                    <a:pt x="11220" y="2438"/>
                  </a:lnTo>
                  <a:cubicBezTo>
                    <a:pt x="11139" y="2438"/>
                    <a:pt x="11061" y="2471"/>
                    <a:pt x="11002" y="2529"/>
                  </a:cubicBezTo>
                  <a:lnTo>
                    <a:pt x="10320" y="3212"/>
                  </a:lnTo>
                  <a:cubicBezTo>
                    <a:pt x="10030" y="3498"/>
                    <a:pt x="9650" y="3657"/>
                    <a:pt x="9244" y="3657"/>
                  </a:cubicBezTo>
                  <a:lnTo>
                    <a:pt x="6806" y="3657"/>
                  </a:lnTo>
                  <a:cubicBezTo>
                    <a:pt x="6400" y="3657"/>
                    <a:pt x="6020" y="3498"/>
                    <a:pt x="5731" y="3212"/>
                  </a:cubicBezTo>
                  <a:lnTo>
                    <a:pt x="5048" y="2529"/>
                  </a:lnTo>
                  <a:cubicBezTo>
                    <a:pt x="4990" y="2471"/>
                    <a:pt x="4912" y="2438"/>
                    <a:pt x="4830" y="2438"/>
                  </a:cubicBezTo>
                  <a:lnTo>
                    <a:pt x="1525" y="2438"/>
                  </a:lnTo>
                  <a:cubicBezTo>
                    <a:pt x="1359" y="2438"/>
                    <a:pt x="1220" y="2578"/>
                    <a:pt x="1220" y="2744"/>
                  </a:cubicBezTo>
                  <a:lnTo>
                    <a:pt x="1220" y="5181"/>
                  </a:lnTo>
                  <a:cubicBezTo>
                    <a:pt x="1220" y="5347"/>
                    <a:pt x="1359" y="5487"/>
                    <a:pt x="1525" y="5487"/>
                  </a:cubicBezTo>
                  <a:cubicBezTo>
                    <a:pt x="1691" y="5487"/>
                    <a:pt x="1831" y="5347"/>
                    <a:pt x="1831" y="5181"/>
                  </a:cubicBezTo>
                  <a:lnTo>
                    <a:pt x="1831" y="3049"/>
                  </a:lnTo>
                  <a:lnTo>
                    <a:pt x="4707" y="3049"/>
                  </a:lnTo>
                  <a:cubicBezTo>
                    <a:pt x="4707" y="3049"/>
                    <a:pt x="5272" y="3612"/>
                    <a:pt x="5305" y="3641"/>
                  </a:cubicBezTo>
                  <a:cubicBezTo>
                    <a:pt x="5705" y="4044"/>
                    <a:pt x="6241" y="4268"/>
                    <a:pt x="6810" y="4268"/>
                  </a:cubicBezTo>
                  <a:lnTo>
                    <a:pt x="9247" y="4268"/>
                  </a:lnTo>
                  <a:cubicBezTo>
                    <a:pt x="9816" y="4268"/>
                    <a:pt x="10352" y="4044"/>
                    <a:pt x="10755" y="3641"/>
                  </a:cubicBezTo>
                  <a:lnTo>
                    <a:pt x="11350" y="3049"/>
                  </a:lnTo>
                  <a:lnTo>
                    <a:pt x="14226" y="3049"/>
                  </a:lnTo>
                  <a:lnTo>
                    <a:pt x="14226" y="12494"/>
                  </a:lnTo>
                  <a:cubicBezTo>
                    <a:pt x="14226" y="12998"/>
                    <a:pt x="13813" y="13407"/>
                    <a:pt x="13310" y="13407"/>
                  </a:cubicBezTo>
                  <a:lnTo>
                    <a:pt x="2747" y="13407"/>
                  </a:lnTo>
                  <a:cubicBezTo>
                    <a:pt x="2243" y="13407"/>
                    <a:pt x="1834" y="12998"/>
                    <a:pt x="1834" y="12494"/>
                  </a:cubicBezTo>
                  <a:lnTo>
                    <a:pt x="1834" y="6400"/>
                  </a:lnTo>
                  <a:cubicBezTo>
                    <a:pt x="1834" y="6234"/>
                    <a:pt x="1697" y="6095"/>
                    <a:pt x="1528" y="6095"/>
                  </a:cubicBezTo>
                  <a:cubicBezTo>
                    <a:pt x="1363" y="6095"/>
                    <a:pt x="1226" y="6234"/>
                    <a:pt x="1226" y="6400"/>
                  </a:cubicBezTo>
                  <a:lnTo>
                    <a:pt x="1226" y="14402"/>
                  </a:lnTo>
                  <a:cubicBezTo>
                    <a:pt x="1226" y="15243"/>
                    <a:pt x="1909" y="15926"/>
                    <a:pt x="2747" y="15926"/>
                  </a:cubicBezTo>
                  <a:lnTo>
                    <a:pt x="4070" y="15926"/>
                  </a:lnTo>
                  <a:lnTo>
                    <a:pt x="4070" y="17756"/>
                  </a:lnTo>
                  <a:lnTo>
                    <a:pt x="1525" y="17756"/>
                  </a:lnTo>
                  <a:cubicBezTo>
                    <a:pt x="1021" y="17756"/>
                    <a:pt x="612" y="17343"/>
                    <a:pt x="612" y="16839"/>
                  </a:cubicBezTo>
                  <a:lnTo>
                    <a:pt x="612" y="1525"/>
                  </a:lnTo>
                  <a:cubicBezTo>
                    <a:pt x="612" y="1021"/>
                    <a:pt x="1021" y="612"/>
                    <a:pt x="1525" y="612"/>
                  </a:cubicBezTo>
                  <a:close/>
                  <a:moveTo>
                    <a:pt x="5893" y="18363"/>
                  </a:moveTo>
                  <a:lnTo>
                    <a:pt x="5893" y="18974"/>
                  </a:lnTo>
                  <a:lnTo>
                    <a:pt x="4063" y="18974"/>
                  </a:lnTo>
                  <a:lnTo>
                    <a:pt x="4063" y="18363"/>
                  </a:lnTo>
                  <a:close/>
                  <a:moveTo>
                    <a:pt x="11987" y="18363"/>
                  </a:moveTo>
                  <a:lnTo>
                    <a:pt x="11987" y="18974"/>
                  </a:lnTo>
                  <a:lnTo>
                    <a:pt x="10157" y="18974"/>
                  </a:lnTo>
                  <a:lnTo>
                    <a:pt x="10157" y="18363"/>
                  </a:lnTo>
                  <a:close/>
                  <a:moveTo>
                    <a:pt x="5893" y="19582"/>
                  </a:moveTo>
                  <a:lnTo>
                    <a:pt x="5893" y="20193"/>
                  </a:lnTo>
                  <a:lnTo>
                    <a:pt x="4063" y="20193"/>
                  </a:lnTo>
                  <a:lnTo>
                    <a:pt x="4063" y="19582"/>
                  </a:lnTo>
                  <a:close/>
                  <a:moveTo>
                    <a:pt x="14220" y="13713"/>
                  </a:moveTo>
                  <a:lnTo>
                    <a:pt x="14220" y="14402"/>
                  </a:lnTo>
                  <a:cubicBezTo>
                    <a:pt x="14220" y="14905"/>
                    <a:pt x="13810" y="15318"/>
                    <a:pt x="13306" y="15318"/>
                  </a:cubicBezTo>
                  <a:lnTo>
                    <a:pt x="11681" y="15318"/>
                  </a:lnTo>
                  <a:cubicBezTo>
                    <a:pt x="11516" y="15318"/>
                    <a:pt x="11376" y="15455"/>
                    <a:pt x="11376" y="15620"/>
                  </a:cubicBezTo>
                  <a:lnTo>
                    <a:pt x="11376" y="17756"/>
                  </a:lnTo>
                  <a:lnTo>
                    <a:pt x="10768" y="17756"/>
                  </a:lnTo>
                  <a:lnTo>
                    <a:pt x="10768" y="15620"/>
                  </a:lnTo>
                  <a:cubicBezTo>
                    <a:pt x="10768" y="15455"/>
                    <a:pt x="10628" y="15318"/>
                    <a:pt x="10463" y="15318"/>
                  </a:cubicBezTo>
                  <a:lnTo>
                    <a:pt x="8636" y="15318"/>
                  </a:lnTo>
                  <a:cubicBezTo>
                    <a:pt x="8464" y="15318"/>
                    <a:pt x="8331" y="15451"/>
                    <a:pt x="8331" y="15620"/>
                  </a:cubicBezTo>
                  <a:lnTo>
                    <a:pt x="8331" y="20193"/>
                  </a:lnTo>
                  <a:lnTo>
                    <a:pt x="7720" y="20193"/>
                  </a:lnTo>
                  <a:lnTo>
                    <a:pt x="7720" y="15620"/>
                  </a:lnTo>
                  <a:cubicBezTo>
                    <a:pt x="7720" y="15455"/>
                    <a:pt x="7583" y="15318"/>
                    <a:pt x="7417" y="15318"/>
                  </a:cubicBezTo>
                  <a:lnTo>
                    <a:pt x="5588" y="15318"/>
                  </a:lnTo>
                  <a:cubicBezTo>
                    <a:pt x="5422" y="15318"/>
                    <a:pt x="5282" y="15455"/>
                    <a:pt x="5282" y="15620"/>
                  </a:cubicBezTo>
                  <a:lnTo>
                    <a:pt x="5282" y="17756"/>
                  </a:lnTo>
                  <a:lnTo>
                    <a:pt x="4674" y="17756"/>
                  </a:lnTo>
                  <a:lnTo>
                    <a:pt x="4674" y="15620"/>
                  </a:lnTo>
                  <a:cubicBezTo>
                    <a:pt x="4674" y="15455"/>
                    <a:pt x="4535" y="15318"/>
                    <a:pt x="4369" y="15318"/>
                  </a:cubicBezTo>
                  <a:lnTo>
                    <a:pt x="2744" y="15318"/>
                  </a:lnTo>
                  <a:cubicBezTo>
                    <a:pt x="2240" y="15318"/>
                    <a:pt x="1831" y="14905"/>
                    <a:pt x="1831" y="14402"/>
                  </a:cubicBezTo>
                  <a:lnTo>
                    <a:pt x="1831" y="13713"/>
                  </a:lnTo>
                  <a:cubicBezTo>
                    <a:pt x="2087" y="13904"/>
                    <a:pt x="2403" y="14018"/>
                    <a:pt x="2744" y="14018"/>
                  </a:cubicBezTo>
                  <a:lnTo>
                    <a:pt x="13306" y="14018"/>
                  </a:lnTo>
                  <a:cubicBezTo>
                    <a:pt x="13648" y="14018"/>
                    <a:pt x="13966" y="13904"/>
                    <a:pt x="14220" y="13713"/>
                  </a:cubicBezTo>
                  <a:close/>
                  <a:moveTo>
                    <a:pt x="11987" y="19582"/>
                  </a:moveTo>
                  <a:lnTo>
                    <a:pt x="11987" y="20193"/>
                  </a:lnTo>
                  <a:lnTo>
                    <a:pt x="10157" y="20193"/>
                  </a:lnTo>
                  <a:lnTo>
                    <a:pt x="10157" y="19582"/>
                  </a:lnTo>
                  <a:close/>
                  <a:moveTo>
                    <a:pt x="1525" y="1"/>
                  </a:moveTo>
                  <a:cubicBezTo>
                    <a:pt x="683" y="1"/>
                    <a:pt x="1" y="683"/>
                    <a:pt x="1" y="1525"/>
                  </a:cubicBezTo>
                  <a:lnTo>
                    <a:pt x="1" y="16839"/>
                  </a:lnTo>
                  <a:cubicBezTo>
                    <a:pt x="1" y="17681"/>
                    <a:pt x="683" y="18363"/>
                    <a:pt x="1525" y="18363"/>
                  </a:cubicBezTo>
                  <a:lnTo>
                    <a:pt x="3456" y="18363"/>
                  </a:lnTo>
                  <a:lnTo>
                    <a:pt x="3456" y="20495"/>
                  </a:lnTo>
                  <a:cubicBezTo>
                    <a:pt x="3456" y="20664"/>
                    <a:pt x="3592" y="20801"/>
                    <a:pt x="3761" y="20801"/>
                  </a:cubicBezTo>
                  <a:lnTo>
                    <a:pt x="6199" y="20801"/>
                  </a:lnTo>
                  <a:cubicBezTo>
                    <a:pt x="6364" y="20801"/>
                    <a:pt x="6501" y="20664"/>
                    <a:pt x="6501" y="20495"/>
                  </a:cubicBezTo>
                  <a:lnTo>
                    <a:pt x="6501" y="18363"/>
                  </a:lnTo>
                  <a:lnTo>
                    <a:pt x="7112" y="18363"/>
                  </a:lnTo>
                  <a:lnTo>
                    <a:pt x="7112" y="20495"/>
                  </a:lnTo>
                  <a:cubicBezTo>
                    <a:pt x="7112" y="20664"/>
                    <a:pt x="7248" y="20801"/>
                    <a:pt x="7417" y="20801"/>
                  </a:cubicBezTo>
                  <a:lnTo>
                    <a:pt x="8636" y="20801"/>
                  </a:lnTo>
                  <a:cubicBezTo>
                    <a:pt x="8802" y="20801"/>
                    <a:pt x="8938" y="20664"/>
                    <a:pt x="8938" y="20495"/>
                  </a:cubicBezTo>
                  <a:lnTo>
                    <a:pt x="8938" y="18363"/>
                  </a:lnTo>
                  <a:lnTo>
                    <a:pt x="9549" y="18363"/>
                  </a:lnTo>
                  <a:lnTo>
                    <a:pt x="9549" y="20495"/>
                  </a:lnTo>
                  <a:cubicBezTo>
                    <a:pt x="9549" y="20664"/>
                    <a:pt x="9686" y="20801"/>
                    <a:pt x="9855" y="20801"/>
                  </a:cubicBezTo>
                  <a:lnTo>
                    <a:pt x="12292" y="20801"/>
                  </a:lnTo>
                  <a:cubicBezTo>
                    <a:pt x="12458" y="20801"/>
                    <a:pt x="12595" y="20664"/>
                    <a:pt x="12595" y="20495"/>
                  </a:cubicBezTo>
                  <a:lnTo>
                    <a:pt x="12595" y="18363"/>
                  </a:lnTo>
                  <a:lnTo>
                    <a:pt x="14525" y="18363"/>
                  </a:lnTo>
                  <a:cubicBezTo>
                    <a:pt x="15367" y="18363"/>
                    <a:pt x="16049" y="17681"/>
                    <a:pt x="16049" y="16839"/>
                  </a:cubicBezTo>
                  <a:lnTo>
                    <a:pt x="16049" y="1525"/>
                  </a:lnTo>
                  <a:cubicBezTo>
                    <a:pt x="16049" y="683"/>
                    <a:pt x="15364" y="1"/>
                    <a:pt x="14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5637881" y="1654554"/>
              <a:ext cx="130473" cy="138385"/>
            </a:xfrm>
            <a:custGeom>
              <a:avLst/>
              <a:gdLst/>
              <a:ahLst/>
              <a:cxnLst/>
              <a:rect l="l" t="t" r="r" b="b"/>
              <a:pathLst>
                <a:path w="6316" h="6699" extrusionOk="0">
                  <a:moveTo>
                    <a:pt x="3169" y="612"/>
                  </a:moveTo>
                  <a:cubicBezTo>
                    <a:pt x="3338" y="612"/>
                    <a:pt x="3475" y="752"/>
                    <a:pt x="3475" y="917"/>
                  </a:cubicBezTo>
                  <a:lnTo>
                    <a:pt x="3475" y="2299"/>
                  </a:lnTo>
                  <a:cubicBezTo>
                    <a:pt x="3475" y="2409"/>
                    <a:pt x="3533" y="2510"/>
                    <a:pt x="3631" y="2562"/>
                  </a:cubicBezTo>
                  <a:cubicBezTo>
                    <a:pt x="3676" y="2589"/>
                    <a:pt x="3729" y="2603"/>
                    <a:pt x="3782" y="2603"/>
                  </a:cubicBezTo>
                  <a:cubicBezTo>
                    <a:pt x="3835" y="2603"/>
                    <a:pt x="3888" y="2589"/>
                    <a:pt x="3933" y="2562"/>
                  </a:cubicBezTo>
                  <a:lnTo>
                    <a:pt x="5132" y="1873"/>
                  </a:lnTo>
                  <a:cubicBezTo>
                    <a:pt x="5178" y="1844"/>
                    <a:pt x="5233" y="1831"/>
                    <a:pt x="5287" y="1831"/>
                  </a:cubicBezTo>
                  <a:cubicBezTo>
                    <a:pt x="5313" y="1831"/>
                    <a:pt x="5339" y="1834"/>
                    <a:pt x="5363" y="1840"/>
                  </a:cubicBezTo>
                  <a:cubicBezTo>
                    <a:pt x="5441" y="1860"/>
                    <a:pt x="5509" y="1912"/>
                    <a:pt x="5552" y="1983"/>
                  </a:cubicBezTo>
                  <a:cubicBezTo>
                    <a:pt x="5636" y="2130"/>
                    <a:pt x="5584" y="2315"/>
                    <a:pt x="5441" y="2396"/>
                  </a:cubicBezTo>
                  <a:lnTo>
                    <a:pt x="4242" y="3088"/>
                  </a:lnTo>
                  <a:cubicBezTo>
                    <a:pt x="4151" y="3140"/>
                    <a:pt x="4089" y="3241"/>
                    <a:pt x="4089" y="3352"/>
                  </a:cubicBezTo>
                  <a:cubicBezTo>
                    <a:pt x="4089" y="3462"/>
                    <a:pt x="4144" y="3563"/>
                    <a:pt x="4242" y="3615"/>
                  </a:cubicBezTo>
                  <a:lnTo>
                    <a:pt x="5441" y="4307"/>
                  </a:lnTo>
                  <a:cubicBezTo>
                    <a:pt x="5587" y="4392"/>
                    <a:pt x="5636" y="4577"/>
                    <a:pt x="5552" y="4720"/>
                  </a:cubicBezTo>
                  <a:cubicBezTo>
                    <a:pt x="5495" y="4817"/>
                    <a:pt x="5392" y="4872"/>
                    <a:pt x="5288" y="4872"/>
                  </a:cubicBezTo>
                  <a:cubicBezTo>
                    <a:pt x="5236" y="4872"/>
                    <a:pt x="5183" y="4858"/>
                    <a:pt x="5136" y="4830"/>
                  </a:cubicBezTo>
                  <a:lnTo>
                    <a:pt x="3940" y="4138"/>
                  </a:lnTo>
                  <a:cubicBezTo>
                    <a:pt x="3893" y="4112"/>
                    <a:pt x="3840" y="4099"/>
                    <a:pt x="3787" y="4099"/>
                  </a:cubicBezTo>
                  <a:cubicBezTo>
                    <a:pt x="3734" y="4099"/>
                    <a:pt x="3681" y="4112"/>
                    <a:pt x="3634" y="4138"/>
                  </a:cubicBezTo>
                  <a:cubicBezTo>
                    <a:pt x="3540" y="4193"/>
                    <a:pt x="3478" y="4294"/>
                    <a:pt x="3478" y="4405"/>
                  </a:cubicBezTo>
                  <a:lnTo>
                    <a:pt x="3478" y="5786"/>
                  </a:lnTo>
                  <a:cubicBezTo>
                    <a:pt x="3478" y="5952"/>
                    <a:pt x="3342" y="6088"/>
                    <a:pt x="3176" y="6088"/>
                  </a:cubicBezTo>
                  <a:cubicBezTo>
                    <a:pt x="3007" y="6088"/>
                    <a:pt x="2870" y="5952"/>
                    <a:pt x="2870" y="5786"/>
                  </a:cubicBezTo>
                  <a:lnTo>
                    <a:pt x="2870" y="4405"/>
                  </a:lnTo>
                  <a:cubicBezTo>
                    <a:pt x="2870" y="4294"/>
                    <a:pt x="2812" y="4193"/>
                    <a:pt x="2714" y="4138"/>
                  </a:cubicBezTo>
                  <a:cubicBezTo>
                    <a:pt x="2666" y="4112"/>
                    <a:pt x="2614" y="4099"/>
                    <a:pt x="2562" y="4099"/>
                  </a:cubicBezTo>
                  <a:cubicBezTo>
                    <a:pt x="2510" y="4099"/>
                    <a:pt x="2454" y="4112"/>
                    <a:pt x="2406" y="4138"/>
                  </a:cubicBezTo>
                  <a:lnTo>
                    <a:pt x="1210" y="4830"/>
                  </a:lnTo>
                  <a:cubicBezTo>
                    <a:pt x="1162" y="4858"/>
                    <a:pt x="1109" y="4871"/>
                    <a:pt x="1058" y="4871"/>
                  </a:cubicBezTo>
                  <a:cubicBezTo>
                    <a:pt x="952" y="4871"/>
                    <a:pt x="848" y="4816"/>
                    <a:pt x="794" y="4720"/>
                  </a:cubicBezTo>
                  <a:cubicBezTo>
                    <a:pt x="703" y="4574"/>
                    <a:pt x="758" y="4388"/>
                    <a:pt x="901" y="4307"/>
                  </a:cubicBezTo>
                  <a:lnTo>
                    <a:pt x="2097" y="3615"/>
                  </a:lnTo>
                  <a:cubicBezTo>
                    <a:pt x="2191" y="3563"/>
                    <a:pt x="2253" y="3462"/>
                    <a:pt x="2253" y="3352"/>
                  </a:cubicBezTo>
                  <a:cubicBezTo>
                    <a:pt x="2253" y="3241"/>
                    <a:pt x="2194" y="3140"/>
                    <a:pt x="2097" y="3088"/>
                  </a:cubicBezTo>
                  <a:lnTo>
                    <a:pt x="901" y="2396"/>
                  </a:lnTo>
                  <a:cubicBezTo>
                    <a:pt x="751" y="2312"/>
                    <a:pt x="703" y="2123"/>
                    <a:pt x="790" y="1983"/>
                  </a:cubicBezTo>
                  <a:cubicBezTo>
                    <a:pt x="829" y="1912"/>
                    <a:pt x="894" y="1860"/>
                    <a:pt x="976" y="1840"/>
                  </a:cubicBezTo>
                  <a:cubicBezTo>
                    <a:pt x="1003" y="1834"/>
                    <a:pt x="1030" y="1830"/>
                    <a:pt x="1058" y="1830"/>
                  </a:cubicBezTo>
                  <a:cubicBezTo>
                    <a:pt x="1110" y="1830"/>
                    <a:pt x="1163" y="1843"/>
                    <a:pt x="1210" y="1873"/>
                  </a:cubicBezTo>
                  <a:lnTo>
                    <a:pt x="2406" y="2562"/>
                  </a:lnTo>
                  <a:cubicBezTo>
                    <a:pt x="2453" y="2589"/>
                    <a:pt x="2506" y="2603"/>
                    <a:pt x="2558" y="2603"/>
                  </a:cubicBezTo>
                  <a:cubicBezTo>
                    <a:pt x="2611" y="2603"/>
                    <a:pt x="2664" y="2589"/>
                    <a:pt x="2711" y="2562"/>
                  </a:cubicBezTo>
                  <a:cubicBezTo>
                    <a:pt x="2805" y="2510"/>
                    <a:pt x="2867" y="2409"/>
                    <a:pt x="2867" y="2299"/>
                  </a:cubicBezTo>
                  <a:lnTo>
                    <a:pt x="2867" y="917"/>
                  </a:lnTo>
                  <a:cubicBezTo>
                    <a:pt x="2867" y="752"/>
                    <a:pt x="3004" y="612"/>
                    <a:pt x="3169" y="612"/>
                  </a:cubicBezTo>
                  <a:close/>
                  <a:moveTo>
                    <a:pt x="3156" y="1"/>
                  </a:moveTo>
                  <a:cubicBezTo>
                    <a:pt x="2653" y="1"/>
                    <a:pt x="2243" y="410"/>
                    <a:pt x="2243" y="914"/>
                  </a:cubicBezTo>
                  <a:lnTo>
                    <a:pt x="2243" y="1766"/>
                  </a:lnTo>
                  <a:lnTo>
                    <a:pt x="1505" y="1340"/>
                  </a:lnTo>
                  <a:cubicBezTo>
                    <a:pt x="1366" y="1260"/>
                    <a:pt x="1209" y="1219"/>
                    <a:pt x="1051" y="1219"/>
                  </a:cubicBezTo>
                  <a:cubicBezTo>
                    <a:pt x="970" y="1219"/>
                    <a:pt x="889" y="1230"/>
                    <a:pt x="810" y="1252"/>
                  </a:cubicBezTo>
                  <a:cubicBezTo>
                    <a:pt x="573" y="1317"/>
                    <a:pt x="374" y="1467"/>
                    <a:pt x="254" y="1678"/>
                  </a:cubicBezTo>
                  <a:cubicBezTo>
                    <a:pt x="1" y="2113"/>
                    <a:pt x="150" y="2672"/>
                    <a:pt x="586" y="2926"/>
                  </a:cubicBezTo>
                  <a:lnTo>
                    <a:pt x="1327" y="3352"/>
                  </a:lnTo>
                  <a:lnTo>
                    <a:pt x="586" y="3777"/>
                  </a:lnTo>
                  <a:cubicBezTo>
                    <a:pt x="160" y="4031"/>
                    <a:pt x="10" y="4590"/>
                    <a:pt x="261" y="5025"/>
                  </a:cubicBezTo>
                  <a:cubicBezTo>
                    <a:pt x="430" y="5317"/>
                    <a:pt x="737" y="5480"/>
                    <a:pt x="1052" y="5480"/>
                  </a:cubicBezTo>
                  <a:cubicBezTo>
                    <a:pt x="1207" y="5480"/>
                    <a:pt x="1365" y="5440"/>
                    <a:pt x="1509" y="5357"/>
                  </a:cubicBezTo>
                  <a:lnTo>
                    <a:pt x="2246" y="4931"/>
                  </a:lnTo>
                  <a:lnTo>
                    <a:pt x="2246" y="5786"/>
                  </a:lnTo>
                  <a:cubicBezTo>
                    <a:pt x="2246" y="6286"/>
                    <a:pt x="2659" y="6699"/>
                    <a:pt x="3163" y="6699"/>
                  </a:cubicBezTo>
                  <a:cubicBezTo>
                    <a:pt x="3667" y="6699"/>
                    <a:pt x="4076" y="6286"/>
                    <a:pt x="4076" y="5786"/>
                  </a:cubicBezTo>
                  <a:lnTo>
                    <a:pt x="4076" y="4931"/>
                  </a:lnTo>
                  <a:lnTo>
                    <a:pt x="4814" y="5357"/>
                  </a:lnTo>
                  <a:cubicBezTo>
                    <a:pt x="4958" y="5440"/>
                    <a:pt x="5116" y="5480"/>
                    <a:pt x="5271" y="5480"/>
                  </a:cubicBezTo>
                  <a:cubicBezTo>
                    <a:pt x="5587" y="5480"/>
                    <a:pt x="5894" y="5317"/>
                    <a:pt x="6062" y="5025"/>
                  </a:cubicBezTo>
                  <a:cubicBezTo>
                    <a:pt x="6315" y="4590"/>
                    <a:pt x="6163" y="4031"/>
                    <a:pt x="5730" y="3777"/>
                  </a:cubicBezTo>
                  <a:lnTo>
                    <a:pt x="4989" y="3352"/>
                  </a:lnTo>
                  <a:lnTo>
                    <a:pt x="5730" y="2926"/>
                  </a:lnTo>
                  <a:cubicBezTo>
                    <a:pt x="6163" y="2672"/>
                    <a:pt x="6315" y="2113"/>
                    <a:pt x="6062" y="1678"/>
                  </a:cubicBezTo>
                  <a:cubicBezTo>
                    <a:pt x="5942" y="1467"/>
                    <a:pt x="5743" y="1317"/>
                    <a:pt x="5506" y="1252"/>
                  </a:cubicBezTo>
                  <a:cubicBezTo>
                    <a:pt x="5426" y="1230"/>
                    <a:pt x="5344" y="1219"/>
                    <a:pt x="5263" y="1219"/>
                  </a:cubicBezTo>
                  <a:cubicBezTo>
                    <a:pt x="5106" y="1219"/>
                    <a:pt x="4950" y="1260"/>
                    <a:pt x="4811" y="1340"/>
                  </a:cubicBezTo>
                  <a:lnTo>
                    <a:pt x="4073" y="1766"/>
                  </a:lnTo>
                  <a:lnTo>
                    <a:pt x="4073" y="914"/>
                  </a:lnTo>
                  <a:cubicBezTo>
                    <a:pt x="4073" y="410"/>
                    <a:pt x="3660" y="1"/>
                    <a:pt x="3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Slika 4">
            <a:extLst>
              <a:ext uri="{FF2B5EF4-FFF2-40B4-BE49-F238E27FC236}">
                <a16:creationId xmlns:a16="http://schemas.microsoft.com/office/drawing/2014/main" id="{01B8D8B5-B508-3C4C-5D11-5AF9533FE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36" y="1090226"/>
            <a:ext cx="2941575" cy="198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4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655" name="Google Shape;655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Agentni ciklus</a:t>
            </a:r>
            <a:r>
              <a:rPr lang="en" dirty="0">
                <a:solidFill>
                  <a:schemeClr val="dk2"/>
                </a:solidFill>
              </a:rPr>
              <a:t>.</a:t>
            </a:r>
            <a:endParaRPr dirty="0"/>
          </a:p>
        </p:txBody>
      </p:sp>
      <p:graphicFrame>
        <p:nvGraphicFramePr>
          <p:cNvPr id="656" name="Google Shape;656;p54"/>
          <p:cNvGraphicFramePr/>
          <p:nvPr>
            <p:extLst>
              <p:ext uri="{D42A27DB-BD31-4B8C-83A1-F6EECF244321}">
                <p14:modId xmlns:p14="http://schemas.microsoft.com/office/powerpoint/2010/main" val="4101056884"/>
              </p:ext>
            </p:extLst>
          </p:nvPr>
        </p:nvGraphicFramePr>
        <p:xfrm>
          <a:off x="905950" y="1620201"/>
          <a:ext cx="7332100" cy="262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bg2"/>
                          </a:solidFill>
                          <a:sym typeface="Poppins"/>
                        </a:rPr>
                        <a:t>Sense</a:t>
                      </a:r>
                      <a:endParaRPr sz="2400" b="1" dirty="0">
                        <a:solidFill>
                          <a:schemeClr val="bg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b="0" dirty="0">
                          <a:solidFill>
                            <a:schemeClr val="dk1"/>
                          </a:solidFill>
                          <a:latin typeface="Poppins"/>
                          <a:cs typeface="Poppins"/>
                          <a:sym typeface="Poppins"/>
                        </a:rPr>
                        <a:t>preuzimanje zahtjeva iz queue-a</a:t>
                      </a:r>
                      <a:endParaRPr sz="1400" b="0" dirty="0">
                        <a:solidFill>
                          <a:schemeClr val="dk1"/>
                        </a:solidFill>
                        <a:latin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bg2"/>
                          </a:solidFill>
                          <a:sym typeface="Poppins"/>
                        </a:rPr>
                        <a:t>Think</a:t>
                      </a:r>
                      <a:endParaRPr sz="2400" b="1" dirty="0">
                        <a:solidFill>
                          <a:schemeClr val="bg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 model (Random forest)</a:t>
                      </a:r>
                      <a:endParaRPr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bg2"/>
                          </a:solidFill>
                          <a:sym typeface="Poppins"/>
                        </a:rPr>
                        <a:t>Act</a:t>
                      </a:r>
                      <a:endParaRPr sz="2400" b="1" dirty="0">
                        <a:solidFill>
                          <a:schemeClr val="bg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klinička odluka (LOW/HIGH risk)</a:t>
                      </a:r>
                      <a:endParaRPr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bg2"/>
                          </a:solidFill>
                          <a:sym typeface="Poppins"/>
                        </a:rPr>
                        <a:t>Learn</a:t>
                      </a:r>
                      <a:endParaRPr sz="2400" b="1" dirty="0">
                        <a:solidFill>
                          <a:schemeClr val="bg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Ponovno treniranje modela</a:t>
                      </a:r>
                      <a:endParaRPr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7873873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Učitavanje i </a:t>
            </a:r>
            <a:r>
              <a:rPr lang="hr-HR" dirty="0">
                <a:solidFill>
                  <a:schemeClr val="bg2"/>
                </a:solidFill>
              </a:rPr>
              <a:t>procesiranje</a:t>
            </a:r>
            <a:r>
              <a:rPr lang="hr-HR" dirty="0"/>
              <a:t> podataka</a:t>
            </a:r>
            <a:r>
              <a:rPr lang="en" dirty="0">
                <a:solidFill>
                  <a:schemeClr val="dk2"/>
                </a:solidFill>
              </a:rPr>
              <a:t>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19" name="Google Shape;719;p58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720" name="Google Shape;72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77499" y="1198824"/>
            <a:ext cx="3205701" cy="32635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</p:pic>
      <p:sp>
        <p:nvSpPr>
          <p:cNvPr id="4" name="Google Shape;300;p38">
            <a:extLst>
              <a:ext uri="{FF2B5EF4-FFF2-40B4-BE49-F238E27FC236}">
                <a16:creationId xmlns:a16="http://schemas.microsoft.com/office/drawing/2014/main" id="{BA608CD1-056B-CE57-509B-DE93349E8507}"/>
              </a:ext>
            </a:extLst>
          </p:cNvPr>
          <p:cNvSpPr txBox="1">
            <a:spLocks/>
          </p:cNvSpPr>
          <p:nvPr/>
        </p:nvSpPr>
        <p:spPr>
          <a:xfrm>
            <a:off x="719999" y="2571750"/>
            <a:ext cx="4000684" cy="77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Podaci iz CSV datoteke.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Čišćenje i priprema podataka.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 err="1"/>
              <a:t>Skaliranje</a:t>
            </a:r>
            <a:r>
              <a:rPr lang="bs-Latn-BA" dirty="0"/>
              <a:t> i </a:t>
            </a:r>
            <a:r>
              <a:rPr lang="bs-Latn-BA" dirty="0" err="1"/>
              <a:t>enkodiranje</a:t>
            </a:r>
            <a:r>
              <a:rPr lang="bs-Latn-BA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u="none" dirty="0">
                <a:solidFill>
                  <a:schemeClr val="bg2"/>
                </a:solidFill>
              </a:rPr>
              <a:t>Treniranje</a:t>
            </a:r>
            <a:r>
              <a:rPr lang="hr-HR" u="none" dirty="0"/>
              <a:t> modela</a:t>
            </a:r>
            <a:r>
              <a:rPr lang="hr-HR" u="none" dirty="0">
                <a:solidFill>
                  <a:schemeClr val="bg2"/>
                </a:solidFill>
              </a:rPr>
              <a:t>.</a:t>
            </a:r>
            <a:endParaRPr u="none" dirty="0">
              <a:solidFill>
                <a:schemeClr val="bg2"/>
              </a:solidFill>
            </a:endParaRPr>
          </a:p>
        </p:txBody>
      </p:sp>
      <p:graphicFrame>
        <p:nvGraphicFramePr>
          <p:cNvPr id="267" name="Google Shape;267;p36"/>
          <p:cNvGraphicFramePr/>
          <p:nvPr>
            <p:extLst>
              <p:ext uri="{D42A27DB-BD31-4B8C-83A1-F6EECF244321}">
                <p14:modId xmlns:p14="http://schemas.microsoft.com/office/powerpoint/2010/main" val="1539661065"/>
              </p:ext>
            </p:extLst>
          </p:nvPr>
        </p:nvGraphicFramePr>
        <p:xfrm>
          <a:off x="720000" y="1822794"/>
          <a:ext cx="7704000" cy="14827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hr-HR" sz="1200" dirty="0">
                          <a:solidFill>
                            <a:schemeClr val="dk1"/>
                          </a:solidFill>
                          <a:sym typeface="Poppins"/>
                        </a:rPr>
                        <a:t>Random Forest Classifier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559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hr-HR" sz="1200" dirty="0">
                          <a:solidFill>
                            <a:schemeClr val="dk1"/>
                          </a:solidFill>
                          <a:sym typeface="Poppins"/>
                        </a:rPr>
                        <a:t>Podjela na trening i test skup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hr-HR" sz="1200" dirty="0">
                          <a:solidFill>
                            <a:schemeClr val="dk1"/>
                          </a:solidFill>
                          <a:sym typeface="Poppins"/>
                        </a:rPr>
                        <a:t>ROC AUC evaluacija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hr-HR" sz="1200" dirty="0">
                          <a:solidFill>
                            <a:schemeClr val="dk1"/>
                          </a:solidFill>
                          <a:sym typeface="Poppins"/>
                        </a:rPr>
                        <a:t>Čuvanje modela, scalera i feature-a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1" name="Google Shape;271;p36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" name="Slika 2" descr="Slika koja sadrži dijagram, tekst, linija, Zemljište&#10;&#10;Sadržaj koji je generiran pomoću AI-ja može biti netačan.">
            <a:extLst>
              <a:ext uri="{FF2B5EF4-FFF2-40B4-BE49-F238E27FC236}">
                <a16:creationId xmlns:a16="http://schemas.microsoft.com/office/drawing/2014/main" id="{8D999E88-528E-69B4-C785-69F7AECCB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456" y="1303662"/>
            <a:ext cx="2746319" cy="3076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A770A5BB-3250-17DD-8E37-04F8E2D5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0746A368-7AD1-98EC-B29A-98537FC1FEE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2724149"/>
            <a:ext cx="2554580" cy="8962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bg2"/>
                </a:solidFill>
              </a:rPr>
              <a:t>Statistička </a:t>
            </a:r>
            <a:r>
              <a:rPr lang="hr-HR" dirty="0">
                <a:solidFill>
                  <a:schemeClr val="tx1"/>
                </a:solidFill>
              </a:rPr>
              <a:t>vjerovatnoća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25" name="Google Shape;325;p40">
            <a:extLst>
              <a:ext uri="{FF2B5EF4-FFF2-40B4-BE49-F238E27FC236}">
                <a16:creationId xmlns:a16="http://schemas.microsoft.com/office/drawing/2014/main" id="{4CDCC042-22AF-3B76-D337-0686410983F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288000" y="2724149"/>
            <a:ext cx="2651700" cy="8962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Medicinska </a:t>
            </a:r>
            <a:r>
              <a:rPr lang="hr-HR" dirty="0">
                <a:solidFill>
                  <a:srgbClr val="C00000"/>
                </a:solidFill>
              </a:rPr>
              <a:t>pravila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326" name="Google Shape;326;p40">
            <a:extLst>
              <a:ext uri="{FF2B5EF4-FFF2-40B4-BE49-F238E27FC236}">
                <a16:creationId xmlns:a16="http://schemas.microsoft.com/office/drawing/2014/main" id="{96D8BEDC-8925-C538-0558-D6389A062D7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62775" y="2724149"/>
            <a:ext cx="2039723" cy="8962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rgbClr val="C00000"/>
                </a:solidFill>
              </a:rPr>
              <a:t>Sigurnija</a:t>
            </a:r>
            <a:r>
              <a:rPr lang="hr-HR" dirty="0"/>
              <a:t> odluka</a:t>
            </a:r>
            <a:endParaRPr dirty="0"/>
          </a:p>
        </p:txBody>
      </p:sp>
      <p:sp>
        <p:nvSpPr>
          <p:cNvPr id="327" name="Google Shape;327;p40">
            <a:extLst>
              <a:ext uri="{FF2B5EF4-FFF2-40B4-BE49-F238E27FC236}">
                <a16:creationId xmlns:a16="http://schemas.microsoft.com/office/drawing/2014/main" id="{A0F17960-3988-BF3F-FB7D-77565BBA1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Donošenje </a:t>
            </a:r>
            <a:r>
              <a:rPr lang="hr-HR" dirty="0">
                <a:solidFill>
                  <a:schemeClr val="bg2"/>
                </a:solidFill>
              </a:rPr>
              <a:t>odluke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331" name="Google Shape;331;p40">
            <a:extLst>
              <a:ext uri="{FF2B5EF4-FFF2-40B4-BE49-F238E27FC236}">
                <a16:creationId xmlns:a16="http://schemas.microsoft.com/office/drawing/2014/main" id="{0783A32B-76E2-5E70-6BD5-D74CB1FAFB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32" name="Google Shape;332;p40">
            <a:extLst>
              <a:ext uri="{FF2B5EF4-FFF2-40B4-BE49-F238E27FC236}">
                <a16:creationId xmlns:a16="http://schemas.microsoft.com/office/drawing/2014/main" id="{867BEE29-8282-177F-3D01-A27CAE78A625}"/>
              </a:ext>
            </a:extLst>
          </p:cNvPr>
          <p:cNvSpPr/>
          <p:nvPr/>
        </p:nvSpPr>
        <p:spPr>
          <a:xfrm>
            <a:off x="796200" y="1926462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0">
            <a:extLst>
              <a:ext uri="{FF2B5EF4-FFF2-40B4-BE49-F238E27FC236}">
                <a16:creationId xmlns:a16="http://schemas.microsoft.com/office/drawing/2014/main" id="{039F55C2-D28D-8629-9D21-233508E17503}"/>
              </a:ext>
            </a:extLst>
          </p:cNvPr>
          <p:cNvSpPr/>
          <p:nvPr/>
        </p:nvSpPr>
        <p:spPr>
          <a:xfrm>
            <a:off x="3367950" y="1926462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0">
            <a:extLst>
              <a:ext uri="{FF2B5EF4-FFF2-40B4-BE49-F238E27FC236}">
                <a16:creationId xmlns:a16="http://schemas.microsoft.com/office/drawing/2014/main" id="{268C80A5-79C0-09D5-94FB-88F94619815B}"/>
              </a:ext>
            </a:extLst>
          </p:cNvPr>
          <p:cNvSpPr/>
          <p:nvPr/>
        </p:nvSpPr>
        <p:spPr>
          <a:xfrm>
            <a:off x="5939700" y="1926462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5" name="Google Shape;335;p40">
            <a:extLst>
              <a:ext uri="{FF2B5EF4-FFF2-40B4-BE49-F238E27FC236}">
                <a16:creationId xmlns:a16="http://schemas.microsoft.com/office/drawing/2014/main" id="{788D143F-D995-8F54-0FE3-52E692D1D255}"/>
              </a:ext>
            </a:extLst>
          </p:cNvPr>
          <p:cNvGrpSpPr/>
          <p:nvPr/>
        </p:nvGrpSpPr>
        <p:grpSpPr>
          <a:xfrm>
            <a:off x="953078" y="2034265"/>
            <a:ext cx="331553" cy="429676"/>
            <a:chOff x="4570735" y="1516335"/>
            <a:chExt cx="331553" cy="429676"/>
          </a:xfrm>
        </p:grpSpPr>
        <p:sp>
          <p:nvSpPr>
            <p:cNvPr id="336" name="Google Shape;336;p40">
              <a:extLst>
                <a:ext uri="{FF2B5EF4-FFF2-40B4-BE49-F238E27FC236}">
                  <a16:creationId xmlns:a16="http://schemas.microsoft.com/office/drawing/2014/main" id="{40223828-7E47-CB49-8328-F85BEA1389A9}"/>
                </a:ext>
              </a:extLst>
            </p:cNvPr>
            <p:cNvSpPr/>
            <p:nvPr/>
          </p:nvSpPr>
          <p:spPr>
            <a:xfrm>
              <a:off x="4692470" y="1541495"/>
              <a:ext cx="88104" cy="37762"/>
            </a:xfrm>
            <a:custGeom>
              <a:avLst/>
              <a:gdLst/>
              <a:ahLst/>
              <a:cxnLst/>
              <a:rect l="l" t="t" r="r" b="b"/>
              <a:pathLst>
                <a:path w="4265" h="1828" extrusionOk="0">
                  <a:moveTo>
                    <a:pt x="3351" y="609"/>
                  </a:moveTo>
                  <a:cubicBezTo>
                    <a:pt x="3517" y="609"/>
                    <a:pt x="3656" y="748"/>
                    <a:pt x="3656" y="914"/>
                  </a:cubicBezTo>
                  <a:cubicBezTo>
                    <a:pt x="3656" y="1080"/>
                    <a:pt x="3523" y="1220"/>
                    <a:pt x="3351" y="1220"/>
                  </a:cubicBezTo>
                  <a:lnTo>
                    <a:pt x="913" y="1220"/>
                  </a:lnTo>
                  <a:cubicBezTo>
                    <a:pt x="748" y="1220"/>
                    <a:pt x="608" y="1080"/>
                    <a:pt x="608" y="914"/>
                  </a:cubicBezTo>
                  <a:cubicBezTo>
                    <a:pt x="608" y="748"/>
                    <a:pt x="748" y="609"/>
                    <a:pt x="913" y="609"/>
                  </a:cubicBezTo>
                  <a:close/>
                  <a:moveTo>
                    <a:pt x="913" y="1"/>
                  </a:moveTo>
                  <a:cubicBezTo>
                    <a:pt x="410" y="1"/>
                    <a:pt x="0" y="410"/>
                    <a:pt x="0" y="914"/>
                  </a:cubicBezTo>
                  <a:cubicBezTo>
                    <a:pt x="0" y="1418"/>
                    <a:pt x="410" y="1827"/>
                    <a:pt x="913" y="1827"/>
                  </a:cubicBezTo>
                  <a:lnTo>
                    <a:pt x="3351" y="1827"/>
                  </a:lnTo>
                  <a:cubicBezTo>
                    <a:pt x="3855" y="1827"/>
                    <a:pt x="4264" y="1418"/>
                    <a:pt x="4264" y="914"/>
                  </a:cubicBezTo>
                  <a:cubicBezTo>
                    <a:pt x="4264" y="410"/>
                    <a:pt x="3855" y="1"/>
                    <a:pt x="3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0">
              <a:extLst>
                <a:ext uri="{FF2B5EF4-FFF2-40B4-BE49-F238E27FC236}">
                  <a16:creationId xmlns:a16="http://schemas.microsoft.com/office/drawing/2014/main" id="{9AE02837-E2FC-4CDD-0BC5-43B48A2C8BB3}"/>
                </a:ext>
              </a:extLst>
            </p:cNvPr>
            <p:cNvSpPr/>
            <p:nvPr/>
          </p:nvSpPr>
          <p:spPr>
            <a:xfrm>
              <a:off x="4570735" y="1516335"/>
              <a:ext cx="331553" cy="429676"/>
            </a:xfrm>
            <a:custGeom>
              <a:avLst/>
              <a:gdLst/>
              <a:ahLst/>
              <a:cxnLst/>
              <a:rect l="l" t="t" r="r" b="b"/>
              <a:pathLst>
                <a:path w="16050" h="20800" extrusionOk="0">
                  <a:moveTo>
                    <a:pt x="14220" y="9545"/>
                  </a:moveTo>
                  <a:lnTo>
                    <a:pt x="14220" y="11658"/>
                  </a:lnTo>
                  <a:lnTo>
                    <a:pt x="1831" y="11658"/>
                  </a:lnTo>
                  <a:lnTo>
                    <a:pt x="1831" y="9552"/>
                  </a:lnTo>
                  <a:cubicBezTo>
                    <a:pt x="3745" y="10533"/>
                    <a:pt x="5874" y="11050"/>
                    <a:pt x="8025" y="11050"/>
                  </a:cubicBezTo>
                  <a:cubicBezTo>
                    <a:pt x="10180" y="11050"/>
                    <a:pt x="12305" y="10533"/>
                    <a:pt x="14220" y="9545"/>
                  </a:cubicBezTo>
                  <a:close/>
                  <a:moveTo>
                    <a:pt x="7112" y="15925"/>
                  </a:moveTo>
                  <a:lnTo>
                    <a:pt x="7112" y="17752"/>
                  </a:lnTo>
                  <a:lnTo>
                    <a:pt x="5893" y="17752"/>
                  </a:lnTo>
                  <a:lnTo>
                    <a:pt x="5893" y="15925"/>
                  </a:lnTo>
                  <a:close/>
                  <a:moveTo>
                    <a:pt x="10157" y="15925"/>
                  </a:moveTo>
                  <a:lnTo>
                    <a:pt x="10157" y="17752"/>
                  </a:lnTo>
                  <a:lnTo>
                    <a:pt x="8938" y="17752"/>
                  </a:lnTo>
                  <a:lnTo>
                    <a:pt x="8938" y="15925"/>
                  </a:lnTo>
                  <a:close/>
                  <a:moveTo>
                    <a:pt x="14525" y="611"/>
                  </a:moveTo>
                  <a:cubicBezTo>
                    <a:pt x="15029" y="611"/>
                    <a:pt x="15438" y="1024"/>
                    <a:pt x="15438" y="1528"/>
                  </a:cubicBezTo>
                  <a:lnTo>
                    <a:pt x="15438" y="16838"/>
                  </a:lnTo>
                  <a:cubicBezTo>
                    <a:pt x="15438" y="17342"/>
                    <a:pt x="15029" y="17752"/>
                    <a:pt x="14525" y="17752"/>
                  </a:cubicBezTo>
                  <a:lnTo>
                    <a:pt x="11987" y="17752"/>
                  </a:lnTo>
                  <a:lnTo>
                    <a:pt x="11987" y="15925"/>
                  </a:lnTo>
                  <a:lnTo>
                    <a:pt x="13306" y="15925"/>
                  </a:lnTo>
                  <a:cubicBezTo>
                    <a:pt x="14148" y="15925"/>
                    <a:pt x="14831" y="15243"/>
                    <a:pt x="14831" y="14401"/>
                  </a:cubicBezTo>
                  <a:lnTo>
                    <a:pt x="14831" y="2740"/>
                  </a:lnTo>
                  <a:cubicBezTo>
                    <a:pt x="14831" y="2574"/>
                    <a:pt x="14691" y="2438"/>
                    <a:pt x="14525" y="2438"/>
                  </a:cubicBezTo>
                  <a:lnTo>
                    <a:pt x="11220" y="2438"/>
                  </a:lnTo>
                  <a:cubicBezTo>
                    <a:pt x="11139" y="2438"/>
                    <a:pt x="11061" y="2470"/>
                    <a:pt x="11002" y="2525"/>
                  </a:cubicBezTo>
                  <a:lnTo>
                    <a:pt x="10320" y="3208"/>
                  </a:lnTo>
                  <a:cubicBezTo>
                    <a:pt x="10034" y="3497"/>
                    <a:pt x="9650" y="3656"/>
                    <a:pt x="9244" y="3656"/>
                  </a:cubicBezTo>
                  <a:lnTo>
                    <a:pt x="6806" y="3656"/>
                  </a:lnTo>
                  <a:cubicBezTo>
                    <a:pt x="6400" y="3656"/>
                    <a:pt x="6020" y="3497"/>
                    <a:pt x="5731" y="3208"/>
                  </a:cubicBezTo>
                  <a:lnTo>
                    <a:pt x="5048" y="2525"/>
                  </a:lnTo>
                  <a:cubicBezTo>
                    <a:pt x="4990" y="2470"/>
                    <a:pt x="4912" y="2438"/>
                    <a:pt x="4830" y="2438"/>
                  </a:cubicBezTo>
                  <a:lnTo>
                    <a:pt x="1525" y="2438"/>
                  </a:lnTo>
                  <a:cubicBezTo>
                    <a:pt x="1359" y="2438"/>
                    <a:pt x="1220" y="2574"/>
                    <a:pt x="1220" y="2740"/>
                  </a:cubicBezTo>
                  <a:lnTo>
                    <a:pt x="1220" y="7820"/>
                  </a:lnTo>
                  <a:cubicBezTo>
                    <a:pt x="1220" y="7985"/>
                    <a:pt x="1359" y="8125"/>
                    <a:pt x="1525" y="8125"/>
                  </a:cubicBezTo>
                  <a:cubicBezTo>
                    <a:pt x="1691" y="8125"/>
                    <a:pt x="1831" y="7985"/>
                    <a:pt x="1831" y="7820"/>
                  </a:cubicBezTo>
                  <a:lnTo>
                    <a:pt x="1831" y="3045"/>
                  </a:lnTo>
                  <a:lnTo>
                    <a:pt x="4707" y="3045"/>
                  </a:lnTo>
                  <a:cubicBezTo>
                    <a:pt x="4707" y="3045"/>
                    <a:pt x="5272" y="3611"/>
                    <a:pt x="5305" y="3640"/>
                  </a:cubicBezTo>
                  <a:cubicBezTo>
                    <a:pt x="5705" y="4043"/>
                    <a:pt x="6241" y="4264"/>
                    <a:pt x="6810" y="4264"/>
                  </a:cubicBezTo>
                  <a:lnTo>
                    <a:pt x="9247" y="4264"/>
                  </a:lnTo>
                  <a:cubicBezTo>
                    <a:pt x="9816" y="4264"/>
                    <a:pt x="10352" y="4043"/>
                    <a:pt x="10755" y="3640"/>
                  </a:cubicBezTo>
                  <a:lnTo>
                    <a:pt x="11350" y="3045"/>
                  </a:lnTo>
                  <a:lnTo>
                    <a:pt x="14226" y="3045"/>
                  </a:lnTo>
                  <a:lnTo>
                    <a:pt x="14226" y="8860"/>
                  </a:lnTo>
                  <a:cubicBezTo>
                    <a:pt x="12305" y="9907"/>
                    <a:pt x="10166" y="10430"/>
                    <a:pt x="8027" y="10430"/>
                  </a:cubicBezTo>
                  <a:cubicBezTo>
                    <a:pt x="5832" y="10430"/>
                    <a:pt x="3637" y="9878"/>
                    <a:pt x="1681" y="8775"/>
                  </a:cubicBezTo>
                  <a:cubicBezTo>
                    <a:pt x="1635" y="8748"/>
                    <a:pt x="1583" y="8734"/>
                    <a:pt x="1531" y="8734"/>
                  </a:cubicBezTo>
                  <a:cubicBezTo>
                    <a:pt x="1477" y="8734"/>
                    <a:pt x="1423" y="8749"/>
                    <a:pt x="1376" y="8778"/>
                  </a:cubicBezTo>
                  <a:cubicBezTo>
                    <a:pt x="1281" y="8830"/>
                    <a:pt x="1226" y="8934"/>
                    <a:pt x="1226" y="9042"/>
                  </a:cubicBezTo>
                  <a:lnTo>
                    <a:pt x="1226" y="14404"/>
                  </a:lnTo>
                  <a:cubicBezTo>
                    <a:pt x="1226" y="15246"/>
                    <a:pt x="1909" y="15928"/>
                    <a:pt x="2747" y="15928"/>
                  </a:cubicBezTo>
                  <a:lnTo>
                    <a:pt x="4070" y="15928"/>
                  </a:lnTo>
                  <a:lnTo>
                    <a:pt x="4070" y="17758"/>
                  </a:lnTo>
                  <a:lnTo>
                    <a:pt x="1525" y="17758"/>
                  </a:lnTo>
                  <a:cubicBezTo>
                    <a:pt x="1021" y="17758"/>
                    <a:pt x="612" y="17345"/>
                    <a:pt x="612" y="16842"/>
                  </a:cubicBezTo>
                  <a:lnTo>
                    <a:pt x="612" y="1528"/>
                  </a:lnTo>
                  <a:cubicBezTo>
                    <a:pt x="612" y="1024"/>
                    <a:pt x="1021" y="611"/>
                    <a:pt x="1525" y="611"/>
                  </a:cubicBezTo>
                  <a:close/>
                  <a:moveTo>
                    <a:pt x="5893" y="18363"/>
                  </a:moveTo>
                  <a:lnTo>
                    <a:pt x="5893" y="18970"/>
                  </a:lnTo>
                  <a:lnTo>
                    <a:pt x="4063" y="18970"/>
                  </a:lnTo>
                  <a:lnTo>
                    <a:pt x="4063" y="18363"/>
                  </a:lnTo>
                  <a:close/>
                  <a:moveTo>
                    <a:pt x="11987" y="18363"/>
                  </a:moveTo>
                  <a:lnTo>
                    <a:pt x="11987" y="18970"/>
                  </a:lnTo>
                  <a:lnTo>
                    <a:pt x="10157" y="18970"/>
                  </a:lnTo>
                  <a:lnTo>
                    <a:pt x="10157" y="18363"/>
                  </a:lnTo>
                  <a:close/>
                  <a:moveTo>
                    <a:pt x="5893" y="19581"/>
                  </a:moveTo>
                  <a:lnTo>
                    <a:pt x="5893" y="20189"/>
                  </a:lnTo>
                  <a:lnTo>
                    <a:pt x="4063" y="20189"/>
                  </a:lnTo>
                  <a:lnTo>
                    <a:pt x="4063" y="19581"/>
                  </a:lnTo>
                  <a:close/>
                  <a:moveTo>
                    <a:pt x="14220" y="12269"/>
                  </a:moveTo>
                  <a:lnTo>
                    <a:pt x="14220" y="14401"/>
                  </a:lnTo>
                  <a:cubicBezTo>
                    <a:pt x="14220" y="14905"/>
                    <a:pt x="13810" y="15314"/>
                    <a:pt x="13306" y="15314"/>
                  </a:cubicBezTo>
                  <a:lnTo>
                    <a:pt x="11681" y="15314"/>
                  </a:lnTo>
                  <a:cubicBezTo>
                    <a:pt x="11516" y="15314"/>
                    <a:pt x="11376" y="15454"/>
                    <a:pt x="11376" y="15620"/>
                  </a:cubicBezTo>
                  <a:lnTo>
                    <a:pt x="11376" y="17752"/>
                  </a:lnTo>
                  <a:lnTo>
                    <a:pt x="10768" y="17752"/>
                  </a:lnTo>
                  <a:lnTo>
                    <a:pt x="10768" y="15620"/>
                  </a:lnTo>
                  <a:cubicBezTo>
                    <a:pt x="10768" y="15454"/>
                    <a:pt x="10628" y="15314"/>
                    <a:pt x="10463" y="15314"/>
                  </a:cubicBezTo>
                  <a:lnTo>
                    <a:pt x="8636" y="15314"/>
                  </a:lnTo>
                  <a:cubicBezTo>
                    <a:pt x="8467" y="15314"/>
                    <a:pt x="8331" y="15451"/>
                    <a:pt x="8331" y="15620"/>
                  </a:cubicBezTo>
                  <a:lnTo>
                    <a:pt x="8331" y="20189"/>
                  </a:lnTo>
                  <a:lnTo>
                    <a:pt x="7720" y="20189"/>
                  </a:lnTo>
                  <a:lnTo>
                    <a:pt x="7720" y="15620"/>
                  </a:lnTo>
                  <a:cubicBezTo>
                    <a:pt x="7720" y="15454"/>
                    <a:pt x="7583" y="15314"/>
                    <a:pt x="7417" y="15314"/>
                  </a:cubicBezTo>
                  <a:lnTo>
                    <a:pt x="5588" y="15314"/>
                  </a:lnTo>
                  <a:cubicBezTo>
                    <a:pt x="5422" y="15314"/>
                    <a:pt x="5282" y="15454"/>
                    <a:pt x="5282" y="15620"/>
                  </a:cubicBezTo>
                  <a:lnTo>
                    <a:pt x="5282" y="17752"/>
                  </a:lnTo>
                  <a:lnTo>
                    <a:pt x="4674" y="17752"/>
                  </a:lnTo>
                  <a:lnTo>
                    <a:pt x="4674" y="15620"/>
                  </a:lnTo>
                  <a:cubicBezTo>
                    <a:pt x="4674" y="15454"/>
                    <a:pt x="4535" y="15314"/>
                    <a:pt x="4369" y="15314"/>
                  </a:cubicBezTo>
                  <a:lnTo>
                    <a:pt x="2744" y="15314"/>
                  </a:lnTo>
                  <a:cubicBezTo>
                    <a:pt x="2240" y="15314"/>
                    <a:pt x="1831" y="14905"/>
                    <a:pt x="1831" y="14401"/>
                  </a:cubicBezTo>
                  <a:lnTo>
                    <a:pt x="1831" y="12269"/>
                  </a:lnTo>
                  <a:close/>
                  <a:moveTo>
                    <a:pt x="11987" y="19581"/>
                  </a:moveTo>
                  <a:lnTo>
                    <a:pt x="11987" y="20189"/>
                  </a:lnTo>
                  <a:lnTo>
                    <a:pt x="10157" y="20189"/>
                  </a:lnTo>
                  <a:lnTo>
                    <a:pt x="10157" y="19581"/>
                  </a:lnTo>
                  <a:close/>
                  <a:moveTo>
                    <a:pt x="1525" y="0"/>
                  </a:moveTo>
                  <a:cubicBezTo>
                    <a:pt x="683" y="0"/>
                    <a:pt x="1" y="683"/>
                    <a:pt x="1" y="1524"/>
                  </a:cubicBezTo>
                  <a:lnTo>
                    <a:pt x="1" y="16838"/>
                  </a:lnTo>
                  <a:cubicBezTo>
                    <a:pt x="1" y="17680"/>
                    <a:pt x="683" y="18363"/>
                    <a:pt x="1525" y="18363"/>
                  </a:cubicBezTo>
                  <a:lnTo>
                    <a:pt x="3456" y="18363"/>
                  </a:lnTo>
                  <a:lnTo>
                    <a:pt x="3456" y="20495"/>
                  </a:lnTo>
                  <a:cubicBezTo>
                    <a:pt x="3456" y="20660"/>
                    <a:pt x="3592" y="20800"/>
                    <a:pt x="3761" y="20800"/>
                  </a:cubicBezTo>
                  <a:lnTo>
                    <a:pt x="6199" y="20800"/>
                  </a:lnTo>
                  <a:cubicBezTo>
                    <a:pt x="6364" y="20800"/>
                    <a:pt x="6501" y="20660"/>
                    <a:pt x="6501" y="20495"/>
                  </a:cubicBezTo>
                  <a:lnTo>
                    <a:pt x="6501" y="18363"/>
                  </a:lnTo>
                  <a:lnTo>
                    <a:pt x="7112" y="18363"/>
                  </a:lnTo>
                  <a:lnTo>
                    <a:pt x="7112" y="20495"/>
                  </a:lnTo>
                  <a:cubicBezTo>
                    <a:pt x="7112" y="20660"/>
                    <a:pt x="7248" y="20800"/>
                    <a:pt x="7417" y="20800"/>
                  </a:cubicBezTo>
                  <a:lnTo>
                    <a:pt x="8636" y="20800"/>
                  </a:lnTo>
                  <a:cubicBezTo>
                    <a:pt x="8802" y="20800"/>
                    <a:pt x="8938" y="20660"/>
                    <a:pt x="8938" y="20495"/>
                  </a:cubicBezTo>
                  <a:lnTo>
                    <a:pt x="8938" y="18363"/>
                  </a:lnTo>
                  <a:lnTo>
                    <a:pt x="9549" y="18363"/>
                  </a:lnTo>
                  <a:lnTo>
                    <a:pt x="9549" y="20495"/>
                  </a:lnTo>
                  <a:cubicBezTo>
                    <a:pt x="9549" y="20660"/>
                    <a:pt x="9686" y="20800"/>
                    <a:pt x="9855" y="20800"/>
                  </a:cubicBezTo>
                  <a:lnTo>
                    <a:pt x="12292" y="20800"/>
                  </a:lnTo>
                  <a:cubicBezTo>
                    <a:pt x="12458" y="20800"/>
                    <a:pt x="12595" y="20660"/>
                    <a:pt x="12595" y="20495"/>
                  </a:cubicBezTo>
                  <a:lnTo>
                    <a:pt x="12595" y="18363"/>
                  </a:lnTo>
                  <a:lnTo>
                    <a:pt x="14525" y="18363"/>
                  </a:lnTo>
                  <a:cubicBezTo>
                    <a:pt x="15367" y="18363"/>
                    <a:pt x="16049" y="17680"/>
                    <a:pt x="16049" y="16838"/>
                  </a:cubicBezTo>
                  <a:lnTo>
                    <a:pt x="16049" y="1521"/>
                  </a:lnTo>
                  <a:cubicBezTo>
                    <a:pt x="16049" y="683"/>
                    <a:pt x="15367" y="0"/>
                    <a:pt x="14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40">
            <a:extLst>
              <a:ext uri="{FF2B5EF4-FFF2-40B4-BE49-F238E27FC236}">
                <a16:creationId xmlns:a16="http://schemas.microsoft.com/office/drawing/2014/main" id="{847CF7F2-40B4-4107-2367-2E4FE1DD2909}"/>
              </a:ext>
            </a:extLst>
          </p:cNvPr>
          <p:cNvGrpSpPr/>
          <p:nvPr/>
        </p:nvGrpSpPr>
        <p:grpSpPr>
          <a:xfrm>
            <a:off x="3524824" y="2034242"/>
            <a:ext cx="331553" cy="429697"/>
            <a:chOff x="5044391" y="1531559"/>
            <a:chExt cx="331553" cy="429697"/>
          </a:xfrm>
        </p:grpSpPr>
        <p:sp>
          <p:nvSpPr>
            <p:cNvPr id="339" name="Google Shape;339;p40">
              <a:extLst>
                <a:ext uri="{FF2B5EF4-FFF2-40B4-BE49-F238E27FC236}">
                  <a16:creationId xmlns:a16="http://schemas.microsoft.com/office/drawing/2014/main" id="{B3FE416F-03C9-8E2B-6CB9-D0A576502849}"/>
                </a:ext>
              </a:extLst>
            </p:cNvPr>
            <p:cNvSpPr/>
            <p:nvPr/>
          </p:nvSpPr>
          <p:spPr>
            <a:xfrm>
              <a:off x="5166105" y="1556741"/>
              <a:ext cx="88104" cy="37824"/>
            </a:xfrm>
            <a:custGeom>
              <a:avLst/>
              <a:gdLst/>
              <a:ahLst/>
              <a:cxnLst/>
              <a:rect l="l" t="t" r="r" b="b"/>
              <a:pathLst>
                <a:path w="4265" h="1831" extrusionOk="0">
                  <a:moveTo>
                    <a:pt x="3352" y="612"/>
                  </a:moveTo>
                  <a:cubicBezTo>
                    <a:pt x="3517" y="612"/>
                    <a:pt x="3657" y="748"/>
                    <a:pt x="3657" y="917"/>
                  </a:cubicBezTo>
                  <a:cubicBezTo>
                    <a:pt x="3657" y="1083"/>
                    <a:pt x="3524" y="1219"/>
                    <a:pt x="3352" y="1219"/>
                  </a:cubicBezTo>
                  <a:lnTo>
                    <a:pt x="914" y="1219"/>
                  </a:lnTo>
                  <a:cubicBezTo>
                    <a:pt x="748" y="1219"/>
                    <a:pt x="609" y="1083"/>
                    <a:pt x="609" y="917"/>
                  </a:cubicBezTo>
                  <a:cubicBezTo>
                    <a:pt x="609" y="748"/>
                    <a:pt x="748" y="612"/>
                    <a:pt x="914" y="612"/>
                  </a:cubicBezTo>
                  <a:close/>
                  <a:moveTo>
                    <a:pt x="914" y="1"/>
                  </a:moveTo>
                  <a:cubicBezTo>
                    <a:pt x="410" y="1"/>
                    <a:pt x="1" y="413"/>
                    <a:pt x="1" y="917"/>
                  </a:cubicBezTo>
                  <a:cubicBezTo>
                    <a:pt x="1" y="1421"/>
                    <a:pt x="410" y="1830"/>
                    <a:pt x="914" y="1830"/>
                  </a:cubicBezTo>
                  <a:lnTo>
                    <a:pt x="3352" y="1830"/>
                  </a:lnTo>
                  <a:cubicBezTo>
                    <a:pt x="3855" y="1830"/>
                    <a:pt x="4265" y="1421"/>
                    <a:pt x="4265" y="917"/>
                  </a:cubicBezTo>
                  <a:cubicBezTo>
                    <a:pt x="4265" y="413"/>
                    <a:pt x="3859" y="1"/>
                    <a:pt x="3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0">
              <a:extLst>
                <a:ext uri="{FF2B5EF4-FFF2-40B4-BE49-F238E27FC236}">
                  <a16:creationId xmlns:a16="http://schemas.microsoft.com/office/drawing/2014/main" id="{DCE7B74A-0384-2110-D895-0528188C2FF1}"/>
                </a:ext>
              </a:extLst>
            </p:cNvPr>
            <p:cNvSpPr/>
            <p:nvPr/>
          </p:nvSpPr>
          <p:spPr>
            <a:xfrm>
              <a:off x="5044391" y="1531559"/>
              <a:ext cx="331553" cy="429697"/>
            </a:xfrm>
            <a:custGeom>
              <a:avLst/>
              <a:gdLst/>
              <a:ahLst/>
              <a:cxnLst/>
              <a:rect l="l" t="t" r="r" b="b"/>
              <a:pathLst>
                <a:path w="16050" h="20801" extrusionOk="0">
                  <a:moveTo>
                    <a:pt x="7112" y="15926"/>
                  </a:moveTo>
                  <a:lnTo>
                    <a:pt x="7112" y="17756"/>
                  </a:lnTo>
                  <a:lnTo>
                    <a:pt x="5893" y="17756"/>
                  </a:lnTo>
                  <a:lnTo>
                    <a:pt x="5893" y="15926"/>
                  </a:lnTo>
                  <a:close/>
                  <a:moveTo>
                    <a:pt x="10157" y="15926"/>
                  </a:moveTo>
                  <a:lnTo>
                    <a:pt x="10157" y="17756"/>
                  </a:lnTo>
                  <a:lnTo>
                    <a:pt x="8938" y="17756"/>
                  </a:lnTo>
                  <a:lnTo>
                    <a:pt x="8938" y="15926"/>
                  </a:lnTo>
                  <a:close/>
                  <a:moveTo>
                    <a:pt x="5893" y="18363"/>
                  </a:moveTo>
                  <a:lnTo>
                    <a:pt x="5893" y="18974"/>
                  </a:lnTo>
                  <a:lnTo>
                    <a:pt x="4063" y="18974"/>
                  </a:lnTo>
                  <a:lnTo>
                    <a:pt x="4063" y="18363"/>
                  </a:lnTo>
                  <a:close/>
                  <a:moveTo>
                    <a:pt x="11987" y="18363"/>
                  </a:moveTo>
                  <a:lnTo>
                    <a:pt x="11987" y="18974"/>
                  </a:lnTo>
                  <a:lnTo>
                    <a:pt x="10157" y="18974"/>
                  </a:lnTo>
                  <a:lnTo>
                    <a:pt x="10157" y="18363"/>
                  </a:lnTo>
                  <a:close/>
                  <a:moveTo>
                    <a:pt x="5893" y="19582"/>
                  </a:moveTo>
                  <a:lnTo>
                    <a:pt x="5893" y="20193"/>
                  </a:lnTo>
                  <a:lnTo>
                    <a:pt x="4063" y="20193"/>
                  </a:lnTo>
                  <a:lnTo>
                    <a:pt x="4063" y="19582"/>
                  </a:lnTo>
                  <a:close/>
                  <a:moveTo>
                    <a:pt x="14528" y="612"/>
                  </a:moveTo>
                  <a:cubicBezTo>
                    <a:pt x="15032" y="612"/>
                    <a:pt x="15445" y="1021"/>
                    <a:pt x="15445" y="1525"/>
                  </a:cubicBezTo>
                  <a:lnTo>
                    <a:pt x="15445" y="16842"/>
                  </a:lnTo>
                  <a:lnTo>
                    <a:pt x="15438" y="16842"/>
                  </a:lnTo>
                  <a:cubicBezTo>
                    <a:pt x="15438" y="17346"/>
                    <a:pt x="15029" y="17756"/>
                    <a:pt x="14525" y="17756"/>
                  </a:cubicBezTo>
                  <a:lnTo>
                    <a:pt x="11987" y="17756"/>
                  </a:lnTo>
                  <a:lnTo>
                    <a:pt x="11987" y="15926"/>
                  </a:lnTo>
                  <a:lnTo>
                    <a:pt x="13306" y="15926"/>
                  </a:lnTo>
                  <a:cubicBezTo>
                    <a:pt x="14148" y="15926"/>
                    <a:pt x="14830" y="15243"/>
                    <a:pt x="14830" y="14405"/>
                  </a:cubicBezTo>
                  <a:lnTo>
                    <a:pt x="14830" y="2744"/>
                  </a:lnTo>
                  <a:cubicBezTo>
                    <a:pt x="14830" y="2578"/>
                    <a:pt x="14691" y="2438"/>
                    <a:pt x="14525" y="2438"/>
                  </a:cubicBezTo>
                  <a:lnTo>
                    <a:pt x="11220" y="2438"/>
                  </a:lnTo>
                  <a:cubicBezTo>
                    <a:pt x="11138" y="2438"/>
                    <a:pt x="11060" y="2471"/>
                    <a:pt x="11002" y="2529"/>
                  </a:cubicBezTo>
                  <a:lnTo>
                    <a:pt x="10319" y="3212"/>
                  </a:lnTo>
                  <a:cubicBezTo>
                    <a:pt x="10030" y="3501"/>
                    <a:pt x="9650" y="3657"/>
                    <a:pt x="9244" y="3657"/>
                  </a:cubicBezTo>
                  <a:lnTo>
                    <a:pt x="6806" y="3657"/>
                  </a:lnTo>
                  <a:cubicBezTo>
                    <a:pt x="6400" y="3657"/>
                    <a:pt x="6020" y="3501"/>
                    <a:pt x="5730" y="3212"/>
                  </a:cubicBezTo>
                  <a:cubicBezTo>
                    <a:pt x="5724" y="3205"/>
                    <a:pt x="5298" y="2786"/>
                    <a:pt x="5048" y="2529"/>
                  </a:cubicBezTo>
                  <a:cubicBezTo>
                    <a:pt x="4989" y="2471"/>
                    <a:pt x="4911" y="2438"/>
                    <a:pt x="4830" y="2438"/>
                  </a:cubicBezTo>
                  <a:lnTo>
                    <a:pt x="1525" y="2438"/>
                  </a:lnTo>
                  <a:cubicBezTo>
                    <a:pt x="1359" y="2438"/>
                    <a:pt x="1219" y="2578"/>
                    <a:pt x="1219" y="2744"/>
                  </a:cubicBezTo>
                  <a:lnTo>
                    <a:pt x="1219" y="10056"/>
                  </a:lnTo>
                  <a:cubicBezTo>
                    <a:pt x="1219" y="10222"/>
                    <a:pt x="1359" y="10362"/>
                    <a:pt x="1525" y="10362"/>
                  </a:cubicBezTo>
                  <a:cubicBezTo>
                    <a:pt x="1691" y="10362"/>
                    <a:pt x="1830" y="10222"/>
                    <a:pt x="1830" y="10056"/>
                  </a:cubicBezTo>
                  <a:lnTo>
                    <a:pt x="1830" y="3049"/>
                  </a:lnTo>
                  <a:lnTo>
                    <a:pt x="4707" y="3049"/>
                  </a:lnTo>
                  <a:cubicBezTo>
                    <a:pt x="4707" y="3049"/>
                    <a:pt x="5269" y="3612"/>
                    <a:pt x="5301" y="3641"/>
                  </a:cubicBezTo>
                  <a:cubicBezTo>
                    <a:pt x="5704" y="4044"/>
                    <a:pt x="6241" y="4268"/>
                    <a:pt x="6809" y="4268"/>
                  </a:cubicBezTo>
                  <a:lnTo>
                    <a:pt x="9247" y="4268"/>
                  </a:lnTo>
                  <a:cubicBezTo>
                    <a:pt x="9816" y="4268"/>
                    <a:pt x="10352" y="4044"/>
                    <a:pt x="10755" y="3641"/>
                  </a:cubicBezTo>
                  <a:lnTo>
                    <a:pt x="11350" y="3049"/>
                  </a:lnTo>
                  <a:lnTo>
                    <a:pt x="14226" y="3049"/>
                  </a:lnTo>
                  <a:lnTo>
                    <a:pt x="14226" y="14405"/>
                  </a:lnTo>
                  <a:cubicBezTo>
                    <a:pt x="14226" y="14909"/>
                    <a:pt x="13813" y="15318"/>
                    <a:pt x="13309" y="15318"/>
                  </a:cubicBezTo>
                  <a:lnTo>
                    <a:pt x="11684" y="15318"/>
                  </a:lnTo>
                  <a:cubicBezTo>
                    <a:pt x="11519" y="15318"/>
                    <a:pt x="11382" y="15455"/>
                    <a:pt x="11382" y="15624"/>
                  </a:cubicBezTo>
                  <a:lnTo>
                    <a:pt x="11382" y="17756"/>
                  </a:lnTo>
                  <a:lnTo>
                    <a:pt x="10771" y="17756"/>
                  </a:lnTo>
                  <a:lnTo>
                    <a:pt x="10771" y="15624"/>
                  </a:lnTo>
                  <a:cubicBezTo>
                    <a:pt x="10771" y="15455"/>
                    <a:pt x="10635" y="15318"/>
                    <a:pt x="10466" y="15318"/>
                  </a:cubicBezTo>
                  <a:lnTo>
                    <a:pt x="8639" y="15318"/>
                  </a:lnTo>
                  <a:cubicBezTo>
                    <a:pt x="8473" y="15318"/>
                    <a:pt x="8334" y="15455"/>
                    <a:pt x="8334" y="15624"/>
                  </a:cubicBezTo>
                  <a:lnTo>
                    <a:pt x="8334" y="20193"/>
                  </a:lnTo>
                  <a:lnTo>
                    <a:pt x="7726" y="20193"/>
                  </a:lnTo>
                  <a:lnTo>
                    <a:pt x="7726" y="15624"/>
                  </a:lnTo>
                  <a:cubicBezTo>
                    <a:pt x="7726" y="15455"/>
                    <a:pt x="7586" y="15318"/>
                    <a:pt x="7420" y="15318"/>
                  </a:cubicBezTo>
                  <a:lnTo>
                    <a:pt x="5591" y="15318"/>
                  </a:lnTo>
                  <a:cubicBezTo>
                    <a:pt x="5425" y="15318"/>
                    <a:pt x="5288" y="15455"/>
                    <a:pt x="5288" y="15624"/>
                  </a:cubicBezTo>
                  <a:lnTo>
                    <a:pt x="5288" y="17756"/>
                  </a:lnTo>
                  <a:lnTo>
                    <a:pt x="4677" y="17756"/>
                  </a:lnTo>
                  <a:lnTo>
                    <a:pt x="4677" y="15624"/>
                  </a:lnTo>
                  <a:cubicBezTo>
                    <a:pt x="4677" y="15455"/>
                    <a:pt x="4541" y="15318"/>
                    <a:pt x="4372" y="15318"/>
                  </a:cubicBezTo>
                  <a:lnTo>
                    <a:pt x="2747" y="15318"/>
                  </a:lnTo>
                  <a:cubicBezTo>
                    <a:pt x="2243" y="15318"/>
                    <a:pt x="1834" y="14909"/>
                    <a:pt x="1834" y="14405"/>
                  </a:cubicBezTo>
                  <a:lnTo>
                    <a:pt x="1834" y="11275"/>
                  </a:lnTo>
                  <a:cubicBezTo>
                    <a:pt x="1834" y="11109"/>
                    <a:pt x="1697" y="10970"/>
                    <a:pt x="1528" y="10970"/>
                  </a:cubicBezTo>
                  <a:cubicBezTo>
                    <a:pt x="1362" y="10970"/>
                    <a:pt x="1226" y="11109"/>
                    <a:pt x="1226" y="11275"/>
                  </a:cubicBezTo>
                  <a:lnTo>
                    <a:pt x="1226" y="14405"/>
                  </a:lnTo>
                  <a:cubicBezTo>
                    <a:pt x="1226" y="15243"/>
                    <a:pt x="1908" y="15926"/>
                    <a:pt x="2747" y="15926"/>
                  </a:cubicBezTo>
                  <a:lnTo>
                    <a:pt x="4070" y="15926"/>
                  </a:lnTo>
                  <a:lnTo>
                    <a:pt x="4070" y="17756"/>
                  </a:lnTo>
                  <a:lnTo>
                    <a:pt x="1528" y="17756"/>
                  </a:lnTo>
                  <a:cubicBezTo>
                    <a:pt x="1024" y="17756"/>
                    <a:pt x="615" y="17346"/>
                    <a:pt x="615" y="16842"/>
                  </a:cubicBezTo>
                  <a:lnTo>
                    <a:pt x="615" y="1525"/>
                  </a:lnTo>
                  <a:cubicBezTo>
                    <a:pt x="615" y="1021"/>
                    <a:pt x="1024" y="612"/>
                    <a:pt x="1528" y="612"/>
                  </a:cubicBezTo>
                  <a:close/>
                  <a:moveTo>
                    <a:pt x="11987" y="19582"/>
                  </a:moveTo>
                  <a:lnTo>
                    <a:pt x="11987" y="20193"/>
                  </a:lnTo>
                  <a:lnTo>
                    <a:pt x="10157" y="20193"/>
                  </a:lnTo>
                  <a:lnTo>
                    <a:pt x="10157" y="19582"/>
                  </a:lnTo>
                  <a:close/>
                  <a:moveTo>
                    <a:pt x="1525" y="1"/>
                  </a:moveTo>
                  <a:cubicBezTo>
                    <a:pt x="683" y="1"/>
                    <a:pt x="1" y="683"/>
                    <a:pt x="1" y="1525"/>
                  </a:cubicBezTo>
                  <a:lnTo>
                    <a:pt x="1" y="16842"/>
                  </a:lnTo>
                  <a:cubicBezTo>
                    <a:pt x="1" y="17681"/>
                    <a:pt x="683" y="18363"/>
                    <a:pt x="1525" y="18363"/>
                  </a:cubicBezTo>
                  <a:lnTo>
                    <a:pt x="3455" y="18363"/>
                  </a:lnTo>
                  <a:lnTo>
                    <a:pt x="3455" y="20499"/>
                  </a:lnTo>
                  <a:cubicBezTo>
                    <a:pt x="3455" y="20664"/>
                    <a:pt x="3592" y="20801"/>
                    <a:pt x="3758" y="20801"/>
                  </a:cubicBezTo>
                  <a:lnTo>
                    <a:pt x="6195" y="20801"/>
                  </a:lnTo>
                  <a:cubicBezTo>
                    <a:pt x="6364" y="20801"/>
                    <a:pt x="6501" y="20664"/>
                    <a:pt x="6501" y="20499"/>
                  </a:cubicBezTo>
                  <a:lnTo>
                    <a:pt x="6501" y="18363"/>
                  </a:lnTo>
                  <a:lnTo>
                    <a:pt x="7112" y="18363"/>
                  </a:lnTo>
                  <a:lnTo>
                    <a:pt x="7112" y="20499"/>
                  </a:lnTo>
                  <a:cubicBezTo>
                    <a:pt x="7112" y="20664"/>
                    <a:pt x="7248" y="20801"/>
                    <a:pt x="7414" y="20801"/>
                  </a:cubicBezTo>
                  <a:lnTo>
                    <a:pt x="8633" y="20801"/>
                  </a:lnTo>
                  <a:cubicBezTo>
                    <a:pt x="8802" y="20801"/>
                    <a:pt x="8938" y="20664"/>
                    <a:pt x="8938" y="20499"/>
                  </a:cubicBezTo>
                  <a:lnTo>
                    <a:pt x="8938" y="18363"/>
                  </a:lnTo>
                  <a:lnTo>
                    <a:pt x="9549" y="18363"/>
                  </a:lnTo>
                  <a:lnTo>
                    <a:pt x="9549" y="20499"/>
                  </a:lnTo>
                  <a:cubicBezTo>
                    <a:pt x="9549" y="20664"/>
                    <a:pt x="9686" y="20801"/>
                    <a:pt x="9851" y="20801"/>
                  </a:cubicBezTo>
                  <a:lnTo>
                    <a:pt x="12289" y="20801"/>
                  </a:lnTo>
                  <a:cubicBezTo>
                    <a:pt x="12458" y="20801"/>
                    <a:pt x="12594" y="20664"/>
                    <a:pt x="12594" y="20499"/>
                  </a:cubicBezTo>
                  <a:lnTo>
                    <a:pt x="12594" y="18363"/>
                  </a:lnTo>
                  <a:lnTo>
                    <a:pt x="14525" y="18363"/>
                  </a:lnTo>
                  <a:cubicBezTo>
                    <a:pt x="15367" y="18363"/>
                    <a:pt x="16049" y="17681"/>
                    <a:pt x="16049" y="16842"/>
                  </a:cubicBezTo>
                  <a:lnTo>
                    <a:pt x="16049" y="1525"/>
                  </a:lnTo>
                  <a:cubicBezTo>
                    <a:pt x="16049" y="683"/>
                    <a:pt x="15367" y="1"/>
                    <a:pt x="14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0">
              <a:extLst>
                <a:ext uri="{FF2B5EF4-FFF2-40B4-BE49-F238E27FC236}">
                  <a16:creationId xmlns:a16="http://schemas.microsoft.com/office/drawing/2014/main" id="{EA2EFFAD-1C8A-A64B-1F5D-A0991502988C}"/>
                </a:ext>
              </a:extLst>
            </p:cNvPr>
            <p:cNvSpPr/>
            <p:nvPr/>
          </p:nvSpPr>
          <p:spPr>
            <a:xfrm>
              <a:off x="5132537" y="1632265"/>
              <a:ext cx="155241" cy="163711"/>
            </a:xfrm>
            <a:custGeom>
              <a:avLst/>
              <a:gdLst/>
              <a:ahLst/>
              <a:cxnLst/>
              <a:rect l="l" t="t" r="r" b="b"/>
              <a:pathLst>
                <a:path w="7515" h="7925" extrusionOk="0">
                  <a:moveTo>
                    <a:pt x="6907" y="612"/>
                  </a:moveTo>
                  <a:lnTo>
                    <a:pt x="6907" y="5487"/>
                  </a:lnTo>
                  <a:lnTo>
                    <a:pt x="609" y="5487"/>
                  </a:lnTo>
                  <a:lnTo>
                    <a:pt x="609" y="612"/>
                  </a:lnTo>
                  <a:close/>
                  <a:moveTo>
                    <a:pt x="6907" y="6095"/>
                  </a:moveTo>
                  <a:lnTo>
                    <a:pt x="6907" y="7313"/>
                  </a:lnTo>
                  <a:lnTo>
                    <a:pt x="609" y="7313"/>
                  </a:lnTo>
                  <a:lnTo>
                    <a:pt x="609" y="6095"/>
                  </a:lnTo>
                  <a:close/>
                  <a:moveTo>
                    <a:pt x="303" y="1"/>
                  </a:moveTo>
                  <a:cubicBezTo>
                    <a:pt x="137" y="1"/>
                    <a:pt x="1" y="141"/>
                    <a:pt x="1" y="306"/>
                  </a:cubicBezTo>
                  <a:lnTo>
                    <a:pt x="1" y="7619"/>
                  </a:lnTo>
                  <a:cubicBezTo>
                    <a:pt x="1" y="7785"/>
                    <a:pt x="137" y="7924"/>
                    <a:pt x="303" y="7924"/>
                  </a:cubicBezTo>
                  <a:lnTo>
                    <a:pt x="7209" y="7924"/>
                  </a:lnTo>
                  <a:cubicBezTo>
                    <a:pt x="7378" y="7924"/>
                    <a:pt x="7515" y="7785"/>
                    <a:pt x="7515" y="7619"/>
                  </a:cubicBezTo>
                  <a:lnTo>
                    <a:pt x="7515" y="306"/>
                  </a:lnTo>
                  <a:cubicBezTo>
                    <a:pt x="7515" y="141"/>
                    <a:pt x="7378" y="1"/>
                    <a:pt x="7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40">
            <a:extLst>
              <a:ext uri="{FF2B5EF4-FFF2-40B4-BE49-F238E27FC236}">
                <a16:creationId xmlns:a16="http://schemas.microsoft.com/office/drawing/2014/main" id="{7CC7EFAA-5DD0-8547-5474-054DB722215D}"/>
              </a:ext>
            </a:extLst>
          </p:cNvPr>
          <p:cNvGrpSpPr/>
          <p:nvPr/>
        </p:nvGrpSpPr>
        <p:grpSpPr>
          <a:xfrm>
            <a:off x="6096581" y="2034255"/>
            <a:ext cx="331553" cy="429697"/>
            <a:chOff x="5537506" y="1541227"/>
            <a:chExt cx="331553" cy="429697"/>
          </a:xfrm>
        </p:grpSpPr>
        <p:sp>
          <p:nvSpPr>
            <p:cNvPr id="343" name="Google Shape;343;p40">
              <a:extLst>
                <a:ext uri="{FF2B5EF4-FFF2-40B4-BE49-F238E27FC236}">
                  <a16:creationId xmlns:a16="http://schemas.microsoft.com/office/drawing/2014/main" id="{D4402FC5-85BB-86F8-9594-4D46D938589D}"/>
                </a:ext>
              </a:extLst>
            </p:cNvPr>
            <p:cNvSpPr/>
            <p:nvPr/>
          </p:nvSpPr>
          <p:spPr>
            <a:xfrm>
              <a:off x="5659241" y="1566408"/>
              <a:ext cx="88104" cy="37824"/>
            </a:xfrm>
            <a:custGeom>
              <a:avLst/>
              <a:gdLst/>
              <a:ahLst/>
              <a:cxnLst/>
              <a:rect l="l" t="t" r="r" b="b"/>
              <a:pathLst>
                <a:path w="4265" h="1831" extrusionOk="0">
                  <a:moveTo>
                    <a:pt x="3351" y="612"/>
                  </a:moveTo>
                  <a:cubicBezTo>
                    <a:pt x="3517" y="612"/>
                    <a:pt x="3656" y="748"/>
                    <a:pt x="3656" y="914"/>
                  </a:cubicBezTo>
                  <a:cubicBezTo>
                    <a:pt x="3656" y="1083"/>
                    <a:pt x="3517" y="1219"/>
                    <a:pt x="3351" y="1219"/>
                  </a:cubicBezTo>
                  <a:lnTo>
                    <a:pt x="913" y="1219"/>
                  </a:lnTo>
                  <a:cubicBezTo>
                    <a:pt x="748" y="1219"/>
                    <a:pt x="608" y="1083"/>
                    <a:pt x="608" y="914"/>
                  </a:cubicBezTo>
                  <a:cubicBezTo>
                    <a:pt x="608" y="748"/>
                    <a:pt x="748" y="612"/>
                    <a:pt x="913" y="612"/>
                  </a:cubicBezTo>
                  <a:close/>
                  <a:moveTo>
                    <a:pt x="913" y="1"/>
                  </a:moveTo>
                  <a:cubicBezTo>
                    <a:pt x="410" y="1"/>
                    <a:pt x="0" y="410"/>
                    <a:pt x="0" y="914"/>
                  </a:cubicBezTo>
                  <a:cubicBezTo>
                    <a:pt x="0" y="1418"/>
                    <a:pt x="410" y="1830"/>
                    <a:pt x="913" y="1830"/>
                  </a:cubicBezTo>
                  <a:lnTo>
                    <a:pt x="3351" y="1830"/>
                  </a:lnTo>
                  <a:cubicBezTo>
                    <a:pt x="3855" y="1830"/>
                    <a:pt x="4264" y="1418"/>
                    <a:pt x="4264" y="914"/>
                  </a:cubicBezTo>
                  <a:cubicBezTo>
                    <a:pt x="4264" y="410"/>
                    <a:pt x="3855" y="1"/>
                    <a:pt x="3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0">
              <a:extLst>
                <a:ext uri="{FF2B5EF4-FFF2-40B4-BE49-F238E27FC236}">
                  <a16:creationId xmlns:a16="http://schemas.microsoft.com/office/drawing/2014/main" id="{1806891E-9709-BF92-F467-464A70E1B967}"/>
                </a:ext>
              </a:extLst>
            </p:cNvPr>
            <p:cNvSpPr/>
            <p:nvPr/>
          </p:nvSpPr>
          <p:spPr>
            <a:xfrm>
              <a:off x="5537506" y="1541227"/>
              <a:ext cx="331553" cy="429697"/>
            </a:xfrm>
            <a:custGeom>
              <a:avLst/>
              <a:gdLst/>
              <a:ahLst/>
              <a:cxnLst/>
              <a:rect l="l" t="t" r="r" b="b"/>
              <a:pathLst>
                <a:path w="16050" h="20801" extrusionOk="0">
                  <a:moveTo>
                    <a:pt x="7112" y="15926"/>
                  </a:moveTo>
                  <a:lnTo>
                    <a:pt x="7112" y="17756"/>
                  </a:lnTo>
                  <a:lnTo>
                    <a:pt x="5893" y="17756"/>
                  </a:lnTo>
                  <a:lnTo>
                    <a:pt x="5893" y="15926"/>
                  </a:lnTo>
                  <a:close/>
                  <a:moveTo>
                    <a:pt x="10157" y="15926"/>
                  </a:moveTo>
                  <a:lnTo>
                    <a:pt x="10157" y="17756"/>
                  </a:lnTo>
                  <a:lnTo>
                    <a:pt x="8938" y="17756"/>
                  </a:lnTo>
                  <a:lnTo>
                    <a:pt x="8938" y="15926"/>
                  </a:lnTo>
                  <a:close/>
                  <a:moveTo>
                    <a:pt x="14525" y="612"/>
                  </a:moveTo>
                  <a:cubicBezTo>
                    <a:pt x="15029" y="612"/>
                    <a:pt x="15438" y="1021"/>
                    <a:pt x="15438" y="1525"/>
                  </a:cubicBezTo>
                  <a:lnTo>
                    <a:pt x="15438" y="16839"/>
                  </a:lnTo>
                  <a:cubicBezTo>
                    <a:pt x="15438" y="17343"/>
                    <a:pt x="15029" y="17756"/>
                    <a:pt x="14525" y="17756"/>
                  </a:cubicBezTo>
                  <a:lnTo>
                    <a:pt x="11987" y="17756"/>
                  </a:lnTo>
                  <a:lnTo>
                    <a:pt x="11987" y="15926"/>
                  </a:lnTo>
                  <a:lnTo>
                    <a:pt x="13306" y="15926"/>
                  </a:lnTo>
                  <a:cubicBezTo>
                    <a:pt x="14148" y="15926"/>
                    <a:pt x="14831" y="15243"/>
                    <a:pt x="14831" y="14402"/>
                  </a:cubicBezTo>
                  <a:lnTo>
                    <a:pt x="14831" y="2744"/>
                  </a:lnTo>
                  <a:cubicBezTo>
                    <a:pt x="14831" y="2578"/>
                    <a:pt x="14691" y="2438"/>
                    <a:pt x="14525" y="2438"/>
                  </a:cubicBezTo>
                  <a:lnTo>
                    <a:pt x="11220" y="2438"/>
                  </a:lnTo>
                  <a:cubicBezTo>
                    <a:pt x="11139" y="2438"/>
                    <a:pt x="11061" y="2471"/>
                    <a:pt x="11002" y="2529"/>
                  </a:cubicBezTo>
                  <a:lnTo>
                    <a:pt x="10320" y="3212"/>
                  </a:lnTo>
                  <a:cubicBezTo>
                    <a:pt x="10030" y="3498"/>
                    <a:pt x="9650" y="3657"/>
                    <a:pt x="9244" y="3657"/>
                  </a:cubicBezTo>
                  <a:lnTo>
                    <a:pt x="6806" y="3657"/>
                  </a:lnTo>
                  <a:cubicBezTo>
                    <a:pt x="6400" y="3657"/>
                    <a:pt x="6020" y="3498"/>
                    <a:pt x="5731" y="3212"/>
                  </a:cubicBezTo>
                  <a:lnTo>
                    <a:pt x="5048" y="2529"/>
                  </a:lnTo>
                  <a:cubicBezTo>
                    <a:pt x="4990" y="2471"/>
                    <a:pt x="4912" y="2438"/>
                    <a:pt x="4830" y="2438"/>
                  </a:cubicBezTo>
                  <a:lnTo>
                    <a:pt x="1525" y="2438"/>
                  </a:lnTo>
                  <a:cubicBezTo>
                    <a:pt x="1359" y="2438"/>
                    <a:pt x="1220" y="2578"/>
                    <a:pt x="1220" y="2744"/>
                  </a:cubicBezTo>
                  <a:lnTo>
                    <a:pt x="1220" y="5181"/>
                  </a:lnTo>
                  <a:cubicBezTo>
                    <a:pt x="1220" y="5347"/>
                    <a:pt x="1359" y="5487"/>
                    <a:pt x="1525" y="5487"/>
                  </a:cubicBezTo>
                  <a:cubicBezTo>
                    <a:pt x="1691" y="5487"/>
                    <a:pt x="1831" y="5347"/>
                    <a:pt x="1831" y="5181"/>
                  </a:cubicBezTo>
                  <a:lnTo>
                    <a:pt x="1831" y="3049"/>
                  </a:lnTo>
                  <a:lnTo>
                    <a:pt x="4707" y="3049"/>
                  </a:lnTo>
                  <a:cubicBezTo>
                    <a:pt x="4707" y="3049"/>
                    <a:pt x="5272" y="3612"/>
                    <a:pt x="5305" y="3641"/>
                  </a:cubicBezTo>
                  <a:cubicBezTo>
                    <a:pt x="5705" y="4044"/>
                    <a:pt x="6241" y="4268"/>
                    <a:pt x="6810" y="4268"/>
                  </a:cubicBezTo>
                  <a:lnTo>
                    <a:pt x="9247" y="4268"/>
                  </a:lnTo>
                  <a:cubicBezTo>
                    <a:pt x="9816" y="4268"/>
                    <a:pt x="10352" y="4044"/>
                    <a:pt x="10755" y="3641"/>
                  </a:cubicBezTo>
                  <a:lnTo>
                    <a:pt x="11350" y="3049"/>
                  </a:lnTo>
                  <a:lnTo>
                    <a:pt x="14226" y="3049"/>
                  </a:lnTo>
                  <a:lnTo>
                    <a:pt x="14226" y="12494"/>
                  </a:lnTo>
                  <a:cubicBezTo>
                    <a:pt x="14226" y="12998"/>
                    <a:pt x="13813" y="13407"/>
                    <a:pt x="13310" y="13407"/>
                  </a:cubicBezTo>
                  <a:lnTo>
                    <a:pt x="2747" y="13407"/>
                  </a:lnTo>
                  <a:cubicBezTo>
                    <a:pt x="2243" y="13407"/>
                    <a:pt x="1834" y="12998"/>
                    <a:pt x="1834" y="12494"/>
                  </a:cubicBezTo>
                  <a:lnTo>
                    <a:pt x="1834" y="6400"/>
                  </a:lnTo>
                  <a:cubicBezTo>
                    <a:pt x="1834" y="6234"/>
                    <a:pt x="1697" y="6095"/>
                    <a:pt x="1528" y="6095"/>
                  </a:cubicBezTo>
                  <a:cubicBezTo>
                    <a:pt x="1363" y="6095"/>
                    <a:pt x="1226" y="6234"/>
                    <a:pt x="1226" y="6400"/>
                  </a:cubicBezTo>
                  <a:lnTo>
                    <a:pt x="1226" y="14402"/>
                  </a:lnTo>
                  <a:cubicBezTo>
                    <a:pt x="1226" y="15243"/>
                    <a:pt x="1909" y="15926"/>
                    <a:pt x="2747" y="15926"/>
                  </a:cubicBezTo>
                  <a:lnTo>
                    <a:pt x="4070" y="15926"/>
                  </a:lnTo>
                  <a:lnTo>
                    <a:pt x="4070" y="17756"/>
                  </a:lnTo>
                  <a:lnTo>
                    <a:pt x="1525" y="17756"/>
                  </a:lnTo>
                  <a:cubicBezTo>
                    <a:pt x="1021" y="17756"/>
                    <a:pt x="612" y="17343"/>
                    <a:pt x="612" y="16839"/>
                  </a:cubicBezTo>
                  <a:lnTo>
                    <a:pt x="612" y="1525"/>
                  </a:lnTo>
                  <a:cubicBezTo>
                    <a:pt x="612" y="1021"/>
                    <a:pt x="1021" y="612"/>
                    <a:pt x="1525" y="612"/>
                  </a:cubicBezTo>
                  <a:close/>
                  <a:moveTo>
                    <a:pt x="5893" y="18363"/>
                  </a:moveTo>
                  <a:lnTo>
                    <a:pt x="5893" y="18974"/>
                  </a:lnTo>
                  <a:lnTo>
                    <a:pt x="4063" y="18974"/>
                  </a:lnTo>
                  <a:lnTo>
                    <a:pt x="4063" y="18363"/>
                  </a:lnTo>
                  <a:close/>
                  <a:moveTo>
                    <a:pt x="11987" y="18363"/>
                  </a:moveTo>
                  <a:lnTo>
                    <a:pt x="11987" y="18974"/>
                  </a:lnTo>
                  <a:lnTo>
                    <a:pt x="10157" y="18974"/>
                  </a:lnTo>
                  <a:lnTo>
                    <a:pt x="10157" y="18363"/>
                  </a:lnTo>
                  <a:close/>
                  <a:moveTo>
                    <a:pt x="5893" y="19582"/>
                  </a:moveTo>
                  <a:lnTo>
                    <a:pt x="5893" y="20193"/>
                  </a:lnTo>
                  <a:lnTo>
                    <a:pt x="4063" y="20193"/>
                  </a:lnTo>
                  <a:lnTo>
                    <a:pt x="4063" y="19582"/>
                  </a:lnTo>
                  <a:close/>
                  <a:moveTo>
                    <a:pt x="14220" y="13713"/>
                  </a:moveTo>
                  <a:lnTo>
                    <a:pt x="14220" y="14402"/>
                  </a:lnTo>
                  <a:cubicBezTo>
                    <a:pt x="14220" y="14905"/>
                    <a:pt x="13810" y="15318"/>
                    <a:pt x="13306" y="15318"/>
                  </a:cubicBezTo>
                  <a:lnTo>
                    <a:pt x="11681" y="15318"/>
                  </a:lnTo>
                  <a:cubicBezTo>
                    <a:pt x="11516" y="15318"/>
                    <a:pt x="11376" y="15455"/>
                    <a:pt x="11376" y="15620"/>
                  </a:cubicBezTo>
                  <a:lnTo>
                    <a:pt x="11376" y="17756"/>
                  </a:lnTo>
                  <a:lnTo>
                    <a:pt x="10768" y="17756"/>
                  </a:lnTo>
                  <a:lnTo>
                    <a:pt x="10768" y="15620"/>
                  </a:lnTo>
                  <a:cubicBezTo>
                    <a:pt x="10768" y="15455"/>
                    <a:pt x="10628" y="15318"/>
                    <a:pt x="10463" y="15318"/>
                  </a:cubicBezTo>
                  <a:lnTo>
                    <a:pt x="8636" y="15318"/>
                  </a:lnTo>
                  <a:cubicBezTo>
                    <a:pt x="8464" y="15318"/>
                    <a:pt x="8331" y="15451"/>
                    <a:pt x="8331" y="15620"/>
                  </a:cubicBezTo>
                  <a:lnTo>
                    <a:pt x="8331" y="20193"/>
                  </a:lnTo>
                  <a:lnTo>
                    <a:pt x="7720" y="20193"/>
                  </a:lnTo>
                  <a:lnTo>
                    <a:pt x="7720" y="15620"/>
                  </a:lnTo>
                  <a:cubicBezTo>
                    <a:pt x="7720" y="15455"/>
                    <a:pt x="7583" y="15318"/>
                    <a:pt x="7417" y="15318"/>
                  </a:cubicBezTo>
                  <a:lnTo>
                    <a:pt x="5588" y="15318"/>
                  </a:lnTo>
                  <a:cubicBezTo>
                    <a:pt x="5422" y="15318"/>
                    <a:pt x="5282" y="15455"/>
                    <a:pt x="5282" y="15620"/>
                  </a:cubicBezTo>
                  <a:lnTo>
                    <a:pt x="5282" y="17756"/>
                  </a:lnTo>
                  <a:lnTo>
                    <a:pt x="4674" y="17756"/>
                  </a:lnTo>
                  <a:lnTo>
                    <a:pt x="4674" y="15620"/>
                  </a:lnTo>
                  <a:cubicBezTo>
                    <a:pt x="4674" y="15455"/>
                    <a:pt x="4535" y="15318"/>
                    <a:pt x="4369" y="15318"/>
                  </a:cubicBezTo>
                  <a:lnTo>
                    <a:pt x="2744" y="15318"/>
                  </a:lnTo>
                  <a:cubicBezTo>
                    <a:pt x="2240" y="15318"/>
                    <a:pt x="1831" y="14905"/>
                    <a:pt x="1831" y="14402"/>
                  </a:cubicBezTo>
                  <a:lnTo>
                    <a:pt x="1831" y="13713"/>
                  </a:lnTo>
                  <a:cubicBezTo>
                    <a:pt x="2087" y="13904"/>
                    <a:pt x="2403" y="14018"/>
                    <a:pt x="2744" y="14018"/>
                  </a:cubicBezTo>
                  <a:lnTo>
                    <a:pt x="13306" y="14018"/>
                  </a:lnTo>
                  <a:cubicBezTo>
                    <a:pt x="13648" y="14018"/>
                    <a:pt x="13966" y="13904"/>
                    <a:pt x="14220" y="13713"/>
                  </a:cubicBezTo>
                  <a:close/>
                  <a:moveTo>
                    <a:pt x="11987" y="19582"/>
                  </a:moveTo>
                  <a:lnTo>
                    <a:pt x="11987" y="20193"/>
                  </a:lnTo>
                  <a:lnTo>
                    <a:pt x="10157" y="20193"/>
                  </a:lnTo>
                  <a:lnTo>
                    <a:pt x="10157" y="19582"/>
                  </a:lnTo>
                  <a:close/>
                  <a:moveTo>
                    <a:pt x="1525" y="1"/>
                  </a:moveTo>
                  <a:cubicBezTo>
                    <a:pt x="683" y="1"/>
                    <a:pt x="1" y="683"/>
                    <a:pt x="1" y="1525"/>
                  </a:cubicBezTo>
                  <a:lnTo>
                    <a:pt x="1" y="16839"/>
                  </a:lnTo>
                  <a:cubicBezTo>
                    <a:pt x="1" y="17681"/>
                    <a:pt x="683" y="18363"/>
                    <a:pt x="1525" y="18363"/>
                  </a:cubicBezTo>
                  <a:lnTo>
                    <a:pt x="3456" y="18363"/>
                  </a:lnTo>
                  <a:lnTo>
                    <a:pt x="3456" y="20495"/>
                  </a:lnTo>
                  <a:cubicBezTo>
                    <a:pt x="3456" y="20664"/>
                    <a:pt x="3592" y="20801"/>
                    <a:pt x="3761" y="20801"/>
                  </a:cubicBezTo>
                  <a:lnTo>
                    <a:pt x="6199" y="20801"/>
                  </a:lnTo>
                  <a:cubicBezTo>
                    <a:pt x="6364" y="20801"/>
                    <a:pt x="6501" y="20664"/>
                    <a:pt x="6501" y="20495"/>
                  </a:cubicBezTo>
                  <a:lnTo>
                    <a:pt x="6501" y="18363"/>
                  </a:lnTo>
                  <a:lnTo>
                    <a:pt x="7112" y="18363"/>
                  </a:lnTo>
                  <a:lnTo>
                    <a:pt x="7112" y="20495"/>
                  </a:lnTo>
                  <a:cubicBezTo>
                    <a:pt x="7112" y="20664"/>
                    <a:pt x="7248" y="20801"/>
                    <a:pt x="7417" y="20801"/>
                  </a:cubicBezTo>
                  <a:lnTo>
                    <a:pt x="8636" y="20801"/>
                  </a:lnTo>
                  <a:cubicBezTo>
                    <a:pt x="8802" y="20801"/>
                    <a:pt x="8938" y="20664"/>
                    <a:pt x="8938" y="20495"/>
                  </a:cubicBezTo>
                  <a:lnTo>
                    <a:pt x="8938" y="18363"/>
                  </a:lnTo>
                  <a:lnTo>
                    <a:pt x="9549" y="18363"/>
                  </a:lnTo>
                  <a:lnTo>
                    <a:pt x="9549" y="20495"/>
                  </a:lnTo>
                  <a:cubicBezTo>
                    <a:pt x="9549" y="20664"/>
                    <a:pt x="9686" y="20801"/>
                    <a:pt x="9855" y="20801"/>
                  </a:cubicBezTo>
                  <a:lnTo>
                    <a:pt x="12292" y="20801"/>
                  </a:lnTo>
                  <a:cubicBezTo>
                    <a:pt x="12458" y="20801"/>
                    <a:pt x="12595" y="20664"/>
                    <a:pt x="12595" y="20495"/>
                  </a:cubicBezTo>
                  <a:lnTo>
                    <a:pt x="12595" y="18363"/>
                  </a:lnTo>
                  <a:lnTo>
                    <a:pt x="14525" y="18363"/>
                  </a:lnTo>
                  <a:cubicBezTo>
                    <a:pt x="15367" y="18363"/>
                    <a:pt x="16049" y="17681"/>
                    <a:pt x="16049" y="16839"/>
                  </a:cubicBezTo>
                  <a:lnTo>
                    <a:pt x="16049" y="1525"/>
                  </a:lnTo>
                  <a:cubicBezTo>
                    <a:pt x="16049" y="683"/>
                    <a:pt x="15364" y="1"/>
                    <a:pt x="14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0">
              <a:extLst>
                <a:ext uri="{FF2B5EF4-FFF2-40B4-BE49-F238E27FC236}">
                  <a16:creationId xmlns:a16="http://schemas.microsoft.com/office/drawing/2014/main" id="{5C79DA36-64ED-BC3B-FB75-BEAEDA445D36}"/>
                </a:ext>
              </a:extLst>
            </p:cNvPr>
            <p:cNvSpPr/>
            <p:nvPr/>
          </p:nvSpPr>
          <p:spPr>
            <a:xfrm>
              <a:off x="5637881" y="1654554"/>
              <a:ext cx="130473" cy="138385"/>
            </a:xfrm>
            <a:custGeom>
              <a:avLst/>
              <a:gdLst/>
              <a:ahLst/>
              <a:cxnLst/>
              <a:rect l="l" t="t" r="r" b="b"/>
              <a:pathLst>
                <a:path w="6316" h="6699" extrusionOk="0">
                  <a:moveTo>
                    <a:pt x="3169" y="612"/>
                  </a:moveTo>
                  <a:cubicBezTo>
                    <a:pt x="3338" y="612"/>
                    <a:pt x="3475" y="752"/>
                    <a:pt x="3475" y="917"/>
                  </a:cubicBezTo>
                  <a:lnTo>
                    <a:pt x="3475" y="2299"/>
                  </a:lnTo>
                  <a:cubicBezTo>
                    <a:pt x="3475" y="2409"/>
                    <a:pt x="3533" y="2510"/>
                    <a:pt x="3631" y="2562"/>
                  </a:cubicBezTo>
                  <a:cubicBezTo>
                    <a:pt x="3676" y="2589"/>
                    <a:pt x="3729" y="2603"/>
                    <a:pt x="3782" y="2603"/>
                  </a:cubicBezTo>
                  <a:cubicBezTo>
                    <a:pt x="3835" y="2603"/>
                    <a:pt x="3888" y="2589"/>
                    <a:pt x="3933" y="2562"/>
                  </a:cubicBezTo>
                  <a:lnTo>
                    <a:pt x="5132" y="1873"/>
                  </a:lnTo>
                  <a:cubicBezTo>
                    <a:pt x="5178" y="1844"/>
                    <a:pt x="5233" y="1831"/>
                    <a:pt x="5287" y="1831"/>
                  </a:cubicBezTo>
                  <a:cubicBezTo>
                    <a:pt x="5313" y="1831"/>
                    <a:pt x="5339" y="1834"/>
                    <a:pt x="5363" y="1840"/>
                  </a:cubicBezTo>
                  <a:cubicBezTo>
                    <a:pt x="5441" y="1860"/>
                    <a:pt x="5509" y="1912"/>
                    <a:pt x="5552" y="1983"/>
                  </a:cubicBezTo>
                  <a:cubicBezTo>
                    <a:pt x="5636" y="2130"/>
                    <a:pt x="5584" y="2315"/>
                    <a:pt x="5441" y="2396"/>
                  </a:cubicBezTo>
                  <a:lnTo>
                    <a:pt x="4242" y="3088"/>
                  </a:lnTo>
                  <a:cubicBezTo>
                    <a:pt x="4151" y="3140"/>
                    <a:pt x="4089" y="3241"/>
                    <a:pt x="4089" y="3352"/>
                  </a:cubicBezTo>
                  <a:cubicBezTo>
                    <a:pt x="4089" y="3462"/>
                    <a:pt x="4144" y="3563"/>
                    <a:pt x="4242" y="3615"/>
                  </a:cubicBezTo>
                  <a:lnTo>
                    <a:pt x="5441" y="4307"/>
                  </a:lnTo>
                  <a:cubicBezTo>
                    <a:pt x="5587" y="4392"/>
                    <a:pt x="5636" y="4577"/>
                    <a:pt x="5552" y="4720"/>
                  </a:cubicBezTo>
                  <a:cubicBezTo>
                    <a:pt x="5495" y="4817"/>
                    <a:pt x="5392" y="4872"/>
                    <a:pt x="5288" y="4872"/>
                  </a:cubicBezTo>
                  <a:cubicBezTo>
                    <a:pt x="5236" y="4872"/>
                    <a:pt x="5183" y="4858"/>
                    <a:pt x="5136" y="4830"/>
                  </a:cubicBezTo>
                  <a:lnTo>
                    <a:pt x="3940" y="4138"/>
                  </a:lnTo>
                  <a:cubicBezTo>
                    <a:pt x="3893" y="4112"/>
                    <a:pt x="3840" y="4099"/>
                    <a:pt x="3787" y="4099"/>
                  </a:cubicBezTo>
                  <a:cubicBezTo>
                    <a:pt x="3734" y="4099"/>
                    <a:pt x="3681" y="4112"/>
                    <a:pt x="3634" y="4138"/>
                  </a:cubicBezTo>
                  <a:cubicBezTo>
                    <a:pt x="3540" y="4193"/>
                    <a:pt x="3478" y="4294"/>
                    <a:pt x="3478" y="4405"/>
                  </a:cubicBezTo>
                  <a:lnTo>
                    <a:pt x="3478" y="5786"/>
                  </a:lnTo>
                  <a:cubicBezTo>
                    <a:pt x="3478" y="5952"/>
                    <a:pt x="3342" y="6088"/>
                    <a:pt x="3176" y="6088"/>
                  </a:cubicBezTo>
                  <a:cubicBezTo>
                    <a:pt x="3007" y="6088"/>
                    <a:pt x="2870" y="5952"/>
                    <a:pt x="2870" y="5786"/>
                  </a:cubicBezTo>
                  <a:lnTo>
                    <a:pt x="2870" y="4405"/>
                  </a:lnTo>
                  <a:cubicBezTo>
                    <a:pt x="2870" y="4294"/>
                    <a:pt x="2812" y="4193"/>
                    <a:pt x="2714" y="4138"/>
                  </a:cubicBezTo>
                  <a:cubicBezTo>
                    <a:pt x="2666" y="4112"/>
                    <a:pt x="2614" y="4099"/>
                    <a:pt x="2562" y="4099"/>
                  </a:cubicBezTo>
                  <a:cubicBezTo>
                    <a:pt x="2510" y="4099"/>
                    <a:pt x="2454" y="4112"/>
                    <a:pt x="2406" y="4138"/>
                  </a:cubicBezTo>
                  <a:lnTo>
                    <a:pt x="1210" y="4830"/>
                  </a:lnTo>
                  <a:cubicBezTo>
                    <a:pt x="1162" y="4858"/>
                    <a:pt x="1109" y="4871"/>
                    <a:pt x="1058" y="4871"/>
                  </a:cubicBezTo>
                  <a:cubicBezTo>
                    <a:pt x="952" y="4871"/>
                    <a:pt x="848" y="4816"/>
                    <a:pt x="794" y="4720"/>
                  </a:cubicBezTo>
                  <a:cubicBezTo>
                    <a:pt x="703" y="4574"/>
                    <a:pt x="758" y="4388"/>
                    <a:pt x="901" y="4307"/>
                  </a:cubicBezTo>
                  <a:lnTo>
                    <a:pt x="2097" y="3615"/>
                  </a:lnTo>
                  <a:cubicBezTo>
                    <a:pt x="2191" y="3563"/>
                    <a:pt x="2253" y="3462"/>
                    <a:pt x="2253" y="3352"/>
                  </a:cubicBezTo>
                  <a:cubicBezTo>
                    <a:pt x="2253" y="3241"/>
                    <a:pt x="2194" y="3140"/>
                    <a:pt x="2097" y="3088"/>
                  </a:cubicBezTo>
                  <a:lnTo>
                    <a:pt x="901" y="2396"/>
                  </a:lnTo>
                  <a:cubicBezTo>
                    <a:pt x="751" y="2312"/>
                    <a:pt x="703" y="2123"/>
                    <a:pt x="790" y="1983"/>
                  </a:cubicBezTo>
                  <a:cubicBezTo>
                    <a:pt x="829" y="1912"/>
                    <a:pt x="894" y="1860"/>
                    <a:pt x="976" y="1840"/>
                  </a:cubicBezTo>
                  <a:cubicBezTo>
                    <a:pt x="1003" y="1834"/>
                    <a:pt x="1030" y="1830"/>
                    <a:pt x="1058" y="1830"/>
                  </a:cubicBezTo>
                  <a:cubicBezTo>
                    <a:pt x="1110" y="1830"/>
                    <a:pt x="1163" y="1843"/>
                    <a:pt x="1210" y="1873"/>
                  </a:cubicBezTo>
                  <a:lnTo>
                    <a:pt x="2406" y="2562"/>
                  </a:lnTo>
                  <a:cubicBezTo>
                    <a:pt x="2453" y="2589"/>
                    <a:pt x="2506" y="2603"/>
                    <a:pt x="2558" y="2603"/>
                  </a:cubicBezTo>
                  <a:cubicBezTo>
                    <a:pt x="2611" y="2603"/>
                    <a:pt x="2664" y="2589"/>
                    <a:pt x="2711" y="2562"/>
                  </a:cubicBezTo>
                  <a:cubicBezTo>
                    <a:pt x="2805" y="2510"/>
                    <a:pt x="2867" y="2409"/>
                    <a:pt x="2867" y="2299"/>
                  </a:cubicBezTo>
                  <a:lnTo>
                    <a:pt x="2867" y="917"/>
                  </a:lnTo>
                  <a:cubicBezTo>
                    <a:pt x="2867" y="752"/>
                    <a:pt x="3004" y="612"/>
                    <a:pt x="3169" y="612"/>
                  </a:cubicBezTo>
                  <a:close/>
                  <a:moveTo>
                    <a:pt x="3156" y="1"/>
                  </a:moveTo>
                  <a:cubicBezTo>
                    <a:pt x="2653" y="1"/>
                    <a:pt x="2243" y="410"/>
                    <a:pt x="2243" y="914"/>
                  </a:cubicBezTo>
                  <a:lnTo>
                    <a:pt x="2243" y="1766"/>
                  </a:lnTo>
                  <a:lnTo>
                    <a:pt x="1505" y="1340"/>
                  </a:lnTo>
                  <a:cubicBezTo>
                    <a:pt x="1366" y="1260"/>
                    <a:pt x="1209" y="1219"/>
                    <a:pt x="1051" y="1219"/>
                  </a:cubicBezTo>
                  <a:cubicBezTo>
                    <a:pt x="970" y="1219"/>
                    <a:pt x="889" y="1230"/>
                    <a:pt x="810" y="1252"/>
                  </a:cubicBezTo>
                  <a:cubicBezTo>
                    <a:pt x="573" y="1317"/>
                    <a:pt x="374" y="1467"/>
                    <a:pt x="254" y="1678"/>
                  </a:cubicBezTo>
                  <a:cubicBezTo>
                    <a:pt x="1" y="2113"/>
                    <a:pt x="150" y="2672"/>
                    <a:pt x="586" y="2926"/>
                  </a:cubicBezTo>
                  <a:lnTo>
                    <a:pt x="1327" y="3352"/>
                  </a:lnTo>
                  <a:lnTo>
                    <a:pt x="586" y="3777"/>
                  </a:lnTo>
                  <a:cubicBezTo>
                    <a:pt x="160" y="4031"/>
                    <a:pt x="10" y="4590"/>
                    <a:pt x="261" y="5025"/>
                  </a:cubicBezTo>
                  <a:cubicBezTo>
                    <a:pt x="430" y="5317"/>
                    <a:pt x="737" y="5480"/>
                    <a:pt x="1052" y="5480"/>
                  </a:cubicBezTo>
                  <a:cubicBezTo>
                    <a:pt x="1207" y="5480"/>
                    <a:pt x="1365" y="5440"/>
                    <a:pt x="1509" y="5357"/>
                  </a:cubicBezTo>
                  <a:lnTo>
                    <a:pt x="2246" y="4931"/>
                  </a:lnTo>
                  <a:lnTo>
                    <a:pt x="2246" y="5786"/>
                  </a:lnTo>
                  <a:cubicBezTo>
                    <a:pt x="2246" y="6286"/>
                    <a:pt x="2659" y="6699"/>
                    <a:pt x="3163" y="6699"/>
                  </a:cubicBezTo>
                  <a:cubicBezTo>
                    <a:pt x="3667" y="6699"/>
                    <a:pt x="4076" y="6286"/>
                    <a:pt x="4076" y="5786"/>
                  </a:cubicBezTo>
                  <a:lnTo>
                    <a:pt x="4076" y="4931"/>
                  </a:lnTo>
                  <a:lnTo>
                    <a:pt x="4814" y="5357"/>
                  </a:lnTo>
                  <a:cubicBezTo>
                    <a:pt x="4958" y="5440"/>
                    <a:pt x="5116" y="5480"/>
                    <a:pt x="5271" y="5480"/>
                  </a:cubicBezTo>
                  <a:cubicBezTo>
                    <a:pt x="5587" y="5480"/>
                    <a:pt x="5894" y="5317"/>
                    <a:pt x="6062" y="5025"/>
                  </a:cubicBezTo>
                  <a:cubicBezTo>
                    <a:pt x="6315" y="4590"/>
                    <a:pt x="6163" y="4031"/>
                    <a:pt x="5730" y="3777"/>
                  </a:cubicBezTo>
                  <a:lnTo>
                    <a:pt x="4989" y="3352"/>
                  </a:lnTo>
                  <a:lnTo>
                    <a:pt x="5730" y="2926"/>
                  </a:lnTo>
                  <a:cubicBezTo>
                    <a:pt x="6163" y="2672"/>
                    <a:pt x="6315" y="2113"/>
                    <a:pt x="6062" y="1678"/>
                  </a:cubicBezTo>
                  <a:cubicBezTo>
                    <a:pt x="5942" y="1467"/>
                    <a:pt x="5743" y="1317"/>
                    <a:pt x="5506" y="1252"/>
                  </a:cubicBezTo>
                  <a:cubicBezTo>
                    <a:pt x="5426" y="1230"/>
                    <a:pt x="5344" y="1219"/>
                    <a:pt x="5263" y="1219"/>
                  </a:cubicBezTo>
                  <a:cubicBezTo>
                    <a:pt x="5106" y="1219"/>
                    <a:pt x="4950" y="1260"/>
                    <a:pt x="4811" y="1340"/>
                  </a:cubicBezTo>
                  <a:lnTo>
                    <a:pt x="4073" y="1766"/>
                  </a:lnTo>
                  <a:lnTo>
                    <a:pt x="4073" y="914"/>
                  </a:lnTo>
                  <a:cubicBezTo>
                    <a:pt x="4073" y="410"/>
                    <a:pt x="3660" y="1"/>
                    <a:pt x="3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5611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rgbClr val="C00000"/>
                </a:solidFill>
              </a:rPr>
              <a:t>Dodavanje</a:t>
            </a:r>
            <a:r>
              <a:rPr lang="hr-HR" dirty="0"/>
              <a:t> novih podataka</a:t>
            </a:r>
            <a:endParaRPr dirty="0"/>
          </a:p>
        </p:txBody>
      </p:sp>
      <p:sp>
        <p:nvSpPr>
          <p:cNvPr id="387" name="Google Shape;387;p42"/>
          <p:cNvSpPr txBox="1">
            <a:spLocks noGrp="1"/>
          </p:cNvSpPr>
          <p:nvPr>
            <p:ph type="subTitle" idx="1"/>
          </p:nvPr>
        </p:nvSpPr>
        <p:spPr>
          <a:xfrm>
            <a:off x="1539150" y="1781324"/>
            <a:ext cx="3852000" cy="4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Validacija unosa</a:t>
            </a:r>
            <a:endParaRPr dirty="0"/>
          </a:p>
        </p:txBody>
      </p:sp>
      <p:sp>
        <p:nvSpPr>
          <p:cNvPr id="388" name="Google Shape;388;p42"/>
          <p:cNvSpPr txBox="1">
            <a:spLocks noGrp="1"/>
          </p:cNvSpPr>
          <p:nvPr>
            <p:ph type="subTitle" idx="3"/>
          </p:nvPr>
        </p:nvSpPr>
        <p:spPr>
          <a:xfrm>
            <a:off x="1539150" y="2644145"/>
            <a:ext cx="3852000" cy="4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Dodavanje u dataset</a:t>
            </a:r>
            <a:endParaRPr dirty="0"/>
          </a:p>
        </p:txBody>
      </p:sp>
      <p:sp>
        <p:nvSpPr>
          <p:cNvPr id="390" name="Google Shape;390;p42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91" name="Google Shape;391;p42"/>
          <p:cNvSpPr/>
          <p:nvPr/>
        </p:nvSpPr>
        <p:spPr>
          <a:xfrm>
            <a:off x="767625" y="1707987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2"/>
          <p:cNvSpPr/>
          <p:nvPr/>
        </p:nvSpPr>
        <p:spPr>
          <a:xfrm>
            <a:off x="767625" y="2570809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" name="Google Shape;395;p42"/>
          <p:cNvGrpSpPr/>
          <p:nvPr/>
        </p:nvGrpSpPr>
        <p:grpSpPr>
          <a:xfrm>
            <a:off x="924510" y="1815767"/>
            <a:ext cx="331553" cy="429697"/>
            <a:chOff x="2544813" y="1520962"/>
            <a:chExt cx="331553" cy="429697"/>
          </a:xfrm>
        </p:grpSpPr>
        <p:sp>
          <p:nvSpPr>
            <p:cNvPr id="396" name="Google Shape;396;p42"/>
            <p:cNvSpPr/>
            <p:nvPr/>
          </p:nvSpPr>
          <p:spPr>
            <a:xfrm>
              <a:off x="2666548" y="1546143"/>
              <a:ext cx="88104" cy="37741"/>
            </a:xfrm>
            <a:custGeom>
              <a:avLst/>
              <a:gdLst/>
              <a:ahLst/>
              <a:cxnLst/>
              <a:rect l="l" t="t" r="r" b="b"/>
              <a:pathLst>
                <a:path w="4265" h="1827" extrusionOk="0">
                  <a:moveTo>
                    <a:pt x="3351" y="608"/>
                  </a:moveTo>
                  <a:cubicBezTo>
                    <a:pt x="3517" y="608"/>
                    <a:pt x="3656" y="748"/>
                    <a:pt x="3656" y="913"/>
                  </a:cubicBezTo>
                  <a:cubicBezTo>
                    <a:pt x="3656" y="1079"/>
                    <a:pt x="3517" y="1219"/>
                    <a:pt x="3351" y="1219"/>
                  </a:cubicBezTo>
                  <a:lnTo>
                    <a:pt x="913" y="1219"/>
                  </a:lnTo>
                  <a:cubicBezTo>
                    <a:pt x="748" y="1219"/>
                    <a:pt x="608" y="1079"/>
                    <a:pt x="608" y="913"/>
                  </a:cubicBezTo>
                  <a:cubicBezTo>
                    <a:pt x="608" y="748"/>
                    <a:pt x="748" y="608"/>
                    <a:pt x="913" y="608"/>
                  </a:cubicBezTo>
                  <a:close/>
                  <a:moveTo>
                    <a:pt x="913" y="0"/>
                  </a:moveTo>
                  <a:cubicBezTo>
                    <a:pt x="410" y="0"/>
                    <a:pt x="0" y="410"/>
                    <a:pt x="0" y="913"/>
                  </a:cubicBezTo>
                  <a:cubicBezTo>
                    <a:pt x="0" y="1417"/>
                    <a:pt x="410" y="1827"/>
                    <a:pt x="913" y="1827"/>
                  </a:cubicBezTo>
                  <a:lnTo>
                    <a:pt x="3351" y="1827"/>
                  </a:lnTo>
                  <a:cubicBezTo>
                    <a:pt x="3855" y="1827"/>
                    <a:pt x="4264" y="1417"/>
                    <a:pt x="4264" y="913"/>
                  </a:cubicBezTo>
                  <a:cubicBezTo>
                    <a:pt x="4264" y="410"/>
                    <a:pt x="3855" y="0"/>
                    <a:pt x="3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2"/>
            <p:cNvSpPr/>
            <p:nvPr/>
          </p:nvSpPr>
          <p:spPr>
            <a:xfrm>
              <a:off x="2544813" y="1520962"/>
              <a:ext cx="331553" cy="429697"/>
            </a:xfrm>
            <a:custGeom>
              <a:avLst/>
              <a:gdLst/>
              <a:ahLst/>
              <a:cxnLst/>
              <a:rect l="l" t="t" r="r" b="b"/>
              <a:pathLst>
                <a:path w="16050" h="20801" extrusionOk="0">
                  <a:moveTo>
                    <a:pt x="7112" y="17141"/>
                  </a:moveTo>
                  <a:lnTo>
                    <a:pt x="7112" y="17752"/>
                  </a:lnTo>
                  <a:lnTo>
                    <a:pt x="5893" y="17752"/>
                  </a:lnTo>
                  <a:lnTo>
                    <a:pt x="5893" y="17141"/>
                  </a:lnTo>
                  <a:close/>
                  <a:moveTo>
                    <a:pt x="10157" y="17141"/>
                  </a:moveTo>
                  <a:lnTo>
                    <a:pt x="10157" y="17752"/>
                  </a:lnTo>
                  <a:lnTo>
                    <a:pt x="8938" y="17752"/>
                  </a:lnTo>
                  <a:lnTo>
                    <a:pt x="8938" y="17141"/>
                  </a:lnTo>
                  <a:close/>
                  <a:moveTo>
                    <a:pt x="5893" y="18360"/>
                  </a:moveTo>
                  <a:lnTo>
                    <a:pt x="5893" y="18971"/>
                  </a:lnTo>
                  <a:lnTo>
                    <a:pt x="4063" y="18971"/>
                  </a:lnTo>
                  <a:lnTo>
                    <a:pt x="4063" y="18360"/>
                  </a:lnTo>
                  <a:close/>
                  <a:moveTo>
                    <a:pt x="11987" y="18360"/>
                  </a:moveTo>
                  <a:lnTo>
                    <a:pt x="11987" y="18971"/>
                  </a:lnTo>
                  <a:lnTo>
                    <a:pt x="10157" y="18971"/>
                  </a:lnTo>
                  <a:lnTo>
                    <a:pt x="10157" y="18360"/>
                  </a:lnTo>
                  <a:close/>
                  <a:moveTo>
                    <a:pt x="13306" y="608"/>
                  </a:moveTo>
                  <a:cubicBezTo>
                    <a:pt x="14480" y="608"/>
                    <a:pt x="15438" y="1567"/>
                    <a:pt x="15438" y="2740"/>
                  </a:cubicBezTo>
                  <a:lnTo>
                    <a:pt x="15438" y="17752"/>
                  </a:lnTo>
                  <a:lnTo>
                    <a:pt x="11987" y="17752"/>
                  </a:lnTo>
                  <a:lnTo>
                    <a:pt x="11987" y="16965"/>
                  </a:lnTo>
                  <a:lnTo>
                    <a:pt x="14025" y="14924"/>
                  </a:lnTo>
                  <a:cubicBezTo>
                    <a:pt x="14541" y="14404"/>
                    <a:pt x="14831" y="13719"/>
                    <a:pt x="14831" y="12987"/>
                  </a:cubicBezTo>
                  <a:lnTo>
                    <a:pt x="14831" y="5178"/>
                  </a:lnTo>
                  <a:cubicBezTo>
                    <a:pt x="14831" y="4339"/>
                    <a:pt x="14148" y="3657"/>
                    <a:pt x="13306" y="3657"/>
                  </a:cubicBezTo>
                  <a:lnTo>
                    <a:pt x="2744" y="3657"/>
                  </a:lnTo>
                  <a:cubicBezTo>
                    <a:pt x="1902" y="3657"/>
                    <a:pt x="1220" y="4339"/>
                    <a:pt x="1220" y="5178"/>
                  </a:cubicBezTo>
                  <a:lnTo>
                    <a:pt x="1220" y="10053"/>
                  </a:lnTo>
                  <a:cubicBezTo>
                    <a:pt x="1220" y="10222"/>
                    <a:pt x="1359" y="10358"/>
                    <a:pt x="1525" y="10358"/>
                  </a:cubicBezTo>
                  <a:cubicBezTo>
                    <a:pt x="1691" y="10358"/>
                    <a:pt x="1831" y="10222"/>
                    <a:pt x="1831" y="10053"/>
                  </a:cubicBezTo>
                  <a:lnTo>
                    <a:pt x="1831" y="5178"/>
                  </a:lnTo>
                  <a:cubicBezTo>
                    <a:pt x="1831" y="4674"/>
                    <a:pt x="2240" y="4264"/>
                    <a:pt x="2744" y="4264"/>
                  </a:cubicBezTo>
                  <a:lnTo>
                    <a:pt x="13306" y="4264"/>
                  </a:lnTo>
                  <a:cubicBezTo>
                    <a:pt x="13810" y="4264"/>
                    <a:pt x="14220" y="4674"/>
                    <a:pt x="14220" y="5178"/>
                  </a:cubicBezTo>
                  <a:lnTo>
                    <a:pt x="14220" y="12984"/>
                  </a:lnTo>
                  <a:cubicBezTo>
                    <a:pt x="14220" y="13553"/>
                    <a:pt x="13995" y="14089"/>
                    <a:pt x="13596" y="14489"/>
                  </a:cubicBezTo>
                  <a:lnTo>
                    <a:pt x="11467" y="16618"/>
                  </a:lnTo>
                  <a:cubicBezTo>
                    <a:pt x="11408" y="16676"/>
                    <a:pt x="11376" y="16751"/>
                    <a:pt x="11376" y="16832"/>
                  </a:cubicBezTo>
                  <a:lnTo>
                    <a:pt x="11376" y="17749"/>
                  </a:lnTo>
                  <a:lnTo>
                    <a:pt x="10768" y="17749"/>
                  </a:lnTo>
                  <a:lnTo>
                    <a:pt x="10768" y="16832"/>
                  </a:lnTo>
                  <a:cubicBezTo>
                    <a:pt x="10768" y="16666"/>
                    <a:pt x="10628" y="16530"/>
                    <a:pt x="10463" y="16530"/>
                  </a:cubicBezTo>
                  <a:lnTo>
                    <a:pt x="8633" y="16530"/>
                  </a:lnTo>
                  <a:cubicBezTo>
                    <a:pt x="8467" y="16530"/>
                    <a:pt x="8331" y="16666"/>
                    <a:pt x="8331" y="16832"/>
                  </a:cubicBezTo>
                  <a:lnTo>
                    <a:pt x="8331" y="20186"/>
                  </a:lnTo>
                  <a:lnTo>
                    <a:pt x="7720" y="20186"/>
                  </a:lnTo>
                  <a:lnTo>
                    <a:pt x="7720" y="16832"/>
                  </a:lnTo>
                  <a:cubicBezTo>
                    <a:pt x="7720" y="16666"/>
                    <a:pt x="7580" y="16530"/>
                    <a:pt x="7414" y="16530"/>
                  </a:cubicBezTo>
                  <a:lnTo>
                    <a:pt x="5588" y="16530"/>
                  </a:lnTo>
                  <a:cubicBezTo>
                    <a:pt x="5422" y="16530"/>
                    <a:pt x="5282" y="16666"/>
                    <a:pt x="5282" y="16832"/>
                  </a:cubicBezTo>
                  <a:lnTo>
                    <a:pt x="5282" y="17749"/>
                  </a:lnTo>
                  <a:lnTo>
                    <a:pt x="4674" y="17749"/>
                  </a:lnTo>
                  <a:lnTo>
                    <a:pt x="4674" y="16832"/>
                  </a:lnTo>
                  <a:cubicBezTo>
                    <a:pt x="4674" y="16751"/>
                    <a:pt x="4642" y="16676"/>
                    <a:pt x="4583" y="16618"/>
                  </a:cubicBezTo>
                  <a:lnTo>
                    <a:pt x="2455" y="14489"/>
                  </a:lnTo>
                  <a:cubicBezTo>
                    <a:pt x="2052" y="14089"/>
                    <a:pt x="1827" y="13553"/>
                    <a:pt x="1827" y="12984"/>
                  </a:cubicBezTo>
                  <a:lnTo>
                    <a:pt x="1827" y="11271"/>
                  </a:lnTo>
                  <a:cubicBezTo>
                    <a:pt x="1827" y="11106"/>
                    <a:pt x="1691" y="10966"/>
                    <a:pt x="1525" y="10966"/>
                  </a:cubicBezTo>
                  <a:cubicBezTo>
                    <a:pt x="1356" y="10966"/>
                    <a:pt x="1220" y="11106"/>
                    <a:pt x="1220" y="11271"/>
                  </a:cubicBezTo>
                  <a:lnTo>
                    <a:pt x="1220" y="12984"/>
                  </a:lnTo>
                  <a:cubicBezTo>
                    <a:pt x="1220" y="13715"/>
                    <a:pt x="1502" y="14404"/>
                    <a:pt x="2022" y="14921"/>
                  </a:cubicBezTo>
                  <a:lnTo>
                    <a:pt x="4063" y="16959"/>
                  </a:lnTo>
                  <a:lnTo>
                    <a:pt x="4063" y="17749"/>
                  </a:lnTo>
                  <a:lnTo>
                    <a:pt x="609" y="17749"/>
                  </a:lnTo>
                  <a:lnTo>
                    <a:pt x="609" y="2740"/>
                  </a:lnTo>
                  <a:cubicBezTo>
                    <a:pt x="609" y="1567"/>
                    <a:pt x="1567" y="608"/>
                    <a:pt x="2744" y="608"/>
                  </a:cubicBezTo>
                  <a:close/>
                  <a:moveTo>
                    <a:pt x="5893" y="19578"/>
                  </a:moveTo>
                  <a:lnTo>
                    <a:pt x="5893" y="20189"/>
                  </a:lnTo>
                  <a:lnTo>
                    <a:pt x="4063" y="20189"/>
                  </a:lnTo>
                  <a:lnTo>
                    <a:pt x="4063" y="19578"/>
                  </a:lnTo>
                  <a:close/>
                  <a:moveTo>
                    <a:pt x="11987" y="19578"/>
                  </a:moveTo>
                  <a:lnTo>
                    <a:pt x="11987" y="20189"/>
                  </a:lnTo>
                  <a:lnTo>
                    <a:pt x="10157" y="20189"/>
                  </a:lnTo>
                  <a:lnTo>
                    <a:pt x="10157" y="19578"/>
                  </a:lnTo>
                  <a:close/>
                  <a:moveTo>
                    <a:pt x="2744" y="0"/>
                  </a:moveTo>
                  <a:cubicBezTo>
                    <a:pt x="1233" y="0"/>
                    <a:pt x="1" y="1229"/>
                    <a:pt x="1" y="2740"/>
                  </a:cubicBezTo>
                  <a:lnTo>
                    <a:pt x="1" y="18057"/>
                  </a:lnTo>
                  <a:cubicBezTo>
                    <a:pt x="1" y="18223"/>
                    <a:pt x="141" y="18360"/>
                    <a:pt x="306" y="18360"/>
                  </a:cubicBezTo>
                  <a:lnTo>
                    <a:pt x="3456" y="18360"/>
                  </a:lnTo>
                  <a:lnTo>
                    <a:pt x="3456" y="20495"/>
                  </a:lnTo>
                  <a:cubicBezTo>
                    <a:pt x="3456" y="20661"/>
                    <a:pt x="3592" y="20800"/>
                    <a:pt x="3758" y="20800"/>
                  </a:cubicBezTo>
                  <a:lnTo>
                    <a:pt x="6195" y="20800"/>
                  </a:lnTo>
                  <a:cubicBezTo>
                    <a:pt x="6364" y="20800"/>
                    <a:pt x="6501" y="20661"/>
                    <a:pt x="6501" y="20495"/>
                  </a:cubicBezTo>
                  <a:lnTo>
                    <a:pt x="6501" y="18360"/>
                  </a:lnTo>
                  <a:lnTo>
                    <a:pt x="7112" y="18360"/>
                  </a:lnTo>
                  <a:lnTo>
                    <a:pt x="7112" y="20495"/>
                  </a:lnTo>
                  <a:cubicBezTo>
                    <a:pt x="7112" y="20661"/>
                    <a:pt x="7248" y="20800"/>
                    <a:pt x="7414" y="20800"/>
                  </a:cubicBezTo>
                  <a:lnTo>
                    <a:pt x="8633" y="20800"/>
                  </a:lnTo>
                  <a:cubicBezTo>
                    <a:pt x="8802" y="20800"/>
                    <a:pt x="8938" y="20661"/>
                    <a:pt x="8938" y="20495"/>
                  </a:cubicBezTo>
                  <a:lnTo>
                    <a:pt x="8938" y="18360"/>
                  </a:lnTo>
                  <a:lnTo>
                    <a:pt x="9549" y="18360"/>
                  </a:lnTo>
                  <a:lnTo>
                    <a:pt x="9549" y="20495"/>
                  </a:lnTo>
                  <a:cubicBezTo>
                    <a:pt x="9549" y="20661"/>
                    <a:pt x="9686" y="20800"/>
                    <a:pt x="9852" y="20800"/>
                  </a:cubicBezTo>
                  <a:lnTo>
                    <a:pt x="12289" y="20800"/>
                  </a:lnTo>
                  <a:cubicBezTo>
                    <a:pt x="12458" y="20800"/>
                    <a:pt x="12595" y="20661"/>
                    <a:pt x="12595" y="20495"/>
                  </a:cubicBezTo>
                  <a:lnTo>
                    <a:pt x="12595" y="18360"/>
                  </a:lnTo>
                  <a:lnTo>
                    <a:pt x="15744" y="18360"/>
                  </a:lnTo>
                  <a:cubicBezTo>
                    <a:pt x="15910" y="18360"/>
                    <a:pt x="16049" y="18223"/>
                    <a:pt x="16049" y="18057"/>
                  </a:cubicBezTo>
                  <a:lnTo>
                    <a:pt x="16049" y="2740"/>
                  </a:lnTo>
                  <a:cubicBezTo>
                    <a:pt x="16049" y="1229"/>
                    <a:pt x="14818" y="0"/>
                    <a:pt x="13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2"/>
            <p:cNvSpPr/>
            <p:nvPr/>
          </p:nvSpPr>
          <p:spPr>
            <a:xfrm>
              <a:off x="2595176" y="1621667"/>
              <a:ext cx="230827" cy="163628"/>
            </a:xfrm>
            <a:custGeom>
              <a:avLst/>
              <a:gdLst/>
              <a:ahLst/>
              <a:cxnLst/>
              <a:rect l="l" t="t" r="r" b="b"/>
              <a:pathLst>
                <a:path w="11174" h="7921" extrusionOk="0">
                  <a:moveTo>
                    <a:pt x="10563" y="608"/>
                  </a:moveTo>
                  <a:lnTo>
                    <a:pt x="10563" y="5483"/>
                  </a:lnTo>
                  <a:lnTo>
                    <a:pt x="611" y="5483"/>
                  </a:lnTo>
                  <a:lnTo>
                    <a:pt x="611" y="608"/>
                  </a:lnTo>
                  <a:close/>
                  <a:moveTo>
                    <a:pt x="10563" y="6094"/>
                  </a:moveTo>
                  <a:lnTo>
                    <a:pt x="10563" y="7313"/>
                  </a:lnTo>
                  <a:lnTo>
                    <a:pt x="611" y="7313"/>
                  </a:lnTo>
                  <a:lnTo>
                    <a:pt x="611" y="6094"/>
                  </a:lnTo>
                  <a:close/>
                  <a:moveTo>
                    <a:pt x="306" y="0"/>
                  </a:moveTo>
                  <a:cubicBezTo>
                    <a:pt x="140" y="0"/>
                    <a:pt x="0" y="137"/>
                    <a:pt x="0" y="303"/>
                  </a:cubicBezTo>
                  <a:lnTo>
                    <a:pt x="0" y="7615"/>
                  </a:lnTo>
                  <a:cubicBezTo>
                    <a:pt x="0" y="7787"/>
                    <a:pt x="140" y="7921"/>
                    <a:pt x="306" y="7921"/>
                  </a:cubicBezTo>
                  <a:lnTo>
                    <a:pt x="10868" y="7921"/>
                  </a:lnTo>
                  <a:cubicBezTo>
                    <a:pt x="11034" y="7921"/>
                    <a:pt x="11174" y="7784"/>
                    <a:pt x="11174" y="7615"/>
                  </a:cubicBezTo>
                  <a:lnTo>
                    <a:pt x="11174" y="303"/>
                  </a:lnTo>
                  <a:cubicBezTo>
                    <a:pt x="11174" y="137"/>
                    <a:pt x="11034" y="0"/>
                    <a:pt x="10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2"/>
            <p:cNvSpPr/>
            <p:nvPr/>
          </p:nvSpPr>
          <p:spPr>
            <a:xfrm>
              <a:off x="2678281" y="1646911"/>
              <a:ext cx="64679" cy="75483"/>
            </a:xfrm>
            <a:custGeom>
              <a:avLst/>
              <a:gdLst/>
              <a:ahLst/>
              <a:cxnLst/>
              <a:rect l="l" t="t" r="r" b="b"/>
              <a:pathLst>
                <a:path w="3131" h="3654" extrusionOk="0">
                  <a:moveTo>
                    <a:pt x="1567" y="1122"/>
                  </a:moveTo>
                  <a:lnTo>
                    <a:pt x="2032" y="2282"/>
                  </a:lnTo>
                  <a:lnTo>
                    <a:pt x="1099" y="2282"/>
                  </a:lnTo>
                  <a:lnTo>
                    <a:pt x="1567" y="1122"/>
                  </a:lnTo>
                  <a:close/>
                  <a:moveTo>
                    <a:pt x="1571" y="0"/>
                  </a:moveTo>
                  <a:cubicBezTo>
                    <a:pt x="1444" y="0"/>
                    <a:pt x="1337" y="78"/>
                    <a:pt x="1288" y="192"/>
                  </a:cubicBezTo>
                  <a:lnTo>
                    <a:pt x="63" y="3237"/>
                  </a:lnTo>
                  <a:cubicBezTo>
                    <a:pt x="1" y="3393"/>
                    <a:pt x="76" y="3566"/>
                    <a:pt x="232" y="3631"/>
                  </a:cubicBezTo>
                  <a:cubicBezTo>
                    <a:pt x="268" y="3645"/>
                    <a:pt x="307" y="3653"/>
                    <a:pt x="345" y="3653"/>
                  </a:cubicBezTo>
                  <a:cubicBezTo>
                    <a:pt x="464" y="3653"/>
                    <a:pt x="579" y="3582"/>
                    <a:pt x="628" y="3462"/>
                  </a:cubicBezTo>
                  <a:lnTo>
                    <a:pt x="856" y="2893"/>
                  </a:lnTo>
                  <a:lnTo>
                    <a:pt x="2276" y="2893"/>
                  </a:lnTo>
                  <a:lnTo>
                    <a:pt x="2500" y="3462"/>
                  </a:lnTo>
                  <a:cubicBezTo>
                    <a:pt x="2549" y="3579"/>
                    <a:pt x="2663" y="3653"/>
                    <a:pt x="2786" y="3653"/>
                  </a:cubicBezTo>
                  <a:cubicBezTo>
                    <a:pt x="2822" y="3653"/>
                    <a:pt x="2864" y="3644"/>
                    <a:pt x="2900" y="3631"/>
                  </a:cubicBezTo>
                  <a:cubicBezTo>
                    <a:pt x="3053" y="3572"/>
                    <a:pt x="3131" y="3393"/>
                    <a:pt x="3069" y="3237"/>
                  </a:cubicBezTo>
                  <a:lnTo>
                    <a:pt x="1857" y="192"/>
                  </a:lnTo>
                  <a:cubicBezTo>
                    <a:pt x="1811" y="78"/>
                    <a:pt x="1697" y="0"/>
                    <a:pt x="1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42"/>
          <p:cNvGrpSpPr/>
          <p:nvPr/>
        </p:nvGrpSpPr>
        <p:grpSpPr>
          <a:xfrm>
            <a:off x="924536" y="2678612"/>
            <a:ext cx="331470" cy="429676"/>
            <a:chOff x="3053648" y="1509621"/>
            <a:chExt cx="331470" cy="429676"/>
          </a:xfrm>
        </p:grpSpPr>
        <p:sp>
          <p:nvSpPr>
            <p:cNvPr id="401" name="Google Shape;401;p42"/>
            <p:cNvSpPr/>
            <p:nvPr/>
          </p:nvSpPr>
          <p:spPr>
            <a:xfrm>
              <a:off x="3175300" y="1534782"/>
              <a:ext cx="88166" cy="37762"/>
            </a:xfrm>
            <a:custGeom>
              <a:avLst/>
              <a:gdLst/>
              <a:ahLst/>
              <a:cxnLst/>
              <a:rect l="l" t="t" r="r" b="b"/>
              <a:pathLst>
                <a:path w="4268" h="1828" extrusionOk="0">
                  <a:moveTo>
                    <a:pt x="3351" y="609"/>
                  </a:moveTo>
                  <a:cubicBezTo>
                    <a:pt x="3520" y="609"/>
                    <a:pt x="3657" y="748"/>
                    <a:pt x="3657" y="914"/>
                  </a:cubicBezTo>
                  <a:cubicBezTo>
                    <a:pt x="3657" y="1080"/>
                    <a:pt x="3520" y="1220"/>
                    <a:pt x="3351" y="1220"/>
                  </a:cubicBezTo>
                  <a:lnTo>
                    <a:pt x="914" y="1220"/>
                  </a:lnTo>
                  <a:cubicBezTo>
                    <a:pt x="748" y="1220"/>
                    <a:pt x="612" y="1080"/>
                    <a:pt x="612" y="914"/>
                  </a:cubicBezTo>
                  <a:cubicBezTo>
                    <a:pt x="612" y="748"/>
                    <a:pt x="748" y="609"/>
                    <a:pt x="914" y="609"/>
                  </a:cubicBezTo>
                  <a:close/>
                  <a:moveTo>
                    <a:pt x="914" y="1"/>
                  </a:moveTo>
                  <a:cubicBezTo>
                    <a:pt x="410" y="1"/>
                    <a:pt x="1" y="410"/>
                    <a:pt x="1" y="914"/>
                  </a:cubicBezTo>
                  <a:cubicBezTo>
                    <a:pt x="1" y="1418"/>
                    <a:pt x="410" y="1827"/>
                    <a:pt x="914" y="1827"/>
                  </a:cubicBezTo>
                  <a:lnTo>
                    <a:pt x="3351" y="1827"/>
                  </a:lnTo>
                  <a:cubicBezTo>
                    <a:pt x="3858" y="1827"/>
                    <a:pt x="4268" y="1418"/>
                    <a:pt x="4268" y="914"/>
                  </a:cubicBezTo>
                  <a:cubicBezTo>
                    <a:pt x="4268" y="410"/>
                    <a:pt x="3858" y="1"/>
                    <a:pt x="3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3053648" y="1509621"/>
              <a:ext cx="331470" cy="429676"/>
            </a:xfrm>
            <a:custGeom>
              <a:avLst/>
              <a:gdLst/>
              <a:ahLst/>
              <a:cxnLst/>
              <a:rect l="l" t="t" r="r" b="b"/>
              <a:pathLst>
                <a:path w="16046" h="20800" extrusionOk="0">
                  <a:moveTo>
                    <a:pt x="7108" y="17144"/>
                  </a:moveTo>
                  <a:lnTo>
                    <a:pt x="7108" y="17752"/>
                  </a:lnTo>
                  <a:lnTo>
                    <a:pt x="5890" y="17752"/>
                  </a:lnTo>
                  <a:lnTo>
                    <a:pt x="5890" y="17144"/>
                  </a:lnTo>
                  <a:close/>
                  <a:moveTo>
                    <a:pt x="10157" y="17144"/>
                  </a:moveTo>
                  <a:lnTo>
                    <a:pt x="10157" y="17752"/>
                  </a:lnTo>
                  <a:lnTo>
                    <a:pt x="8938" y="17752"/>
                  </a:lnTo>
                  <a:lnTo>
                    <a:pt x="8938" y="17144"/>
                  </a:lnTo>
                  <a:close/>
                  <a:moveTo>
                    <a:pt x="5890" y="18363"/>
                  </a:moveTo>
                  <a:lnTo>
                    <a:pt x="5890" y="18970"/>
                  </a:lnTo>
                  <a:lnTo>
                    <a:pt x="4063" y="18970"/>
                  </a:lnTo>
                  <a:lnTo>
                    <a:pt x="4063" y="18363"/>
                  </a:lnTo>
                  <a:close/>
                  <a:moveTo>
                    <a:pt x="11983" y="18363"/>
                  </a:moveTo>
                  <a:lnTo>
                    <a:pt x="11983" y="18970"/>
                  </a:lnTo>
                  <a:lnTo>
                    <a:pt x="10157" y="18970"/>
                  </a:lnTo>
                  <a:lnTo>
                    <a:pt x="10157" y="18363"/>
                  </a:lnTo>
                  <a:close/>
                  <a:moveTo>
                    <a:pt x="5890" y="19581"/>
                  </a:moveTo>
                  <a:lnTo>
                    <a:pt x="5890" y="20189"/>
                  </a:lnTo>
                  <a:lnTo>
                    <a:pt x="4063" y="20189"/>
                  </a:lnTo>
                  <a:lnTo>
                    <a:pt x="4063" y="19581"/>
                  </a:lnTo>
                  <a:close/>
                  <a:moveTo>
                    <a:pt x="13303" y="608"/>
                  </a:moveTo>
                  <a:cubicBezTo>
                    <a:pt x="14479" y="608"/>
                    <a:pt x="15438" y="1567"/>
                    <a:pt x="15438" y="2743"/>
                  </a:cubicBezTo>
                  <a:lnTo>
                    <a:pt x="15438" y="17752"/>
                  </a:lnTo>
                  <a:lnTo>
                    <a:pt x="11983" y="17752"/>
                  </a:lnTo>
                  <a:lnTo>
                    <a:pt x="11983" y="16965"/>
                  </a:lnTo>
                  <a:lnTo>
                    <a:pt x="14024" y="14924"/>
                  </a:lnTo>
                  <a:cubicBezTo>
                    <a:pt x="14538" y="14407"/>
                    <a:pt x="14827" y="13718"/>
                    <a:pt x="14827" y="12987"/>
                  </a:cubicBezTo>
                  <a:lnTo>
                    <a:pt x="14827" y="5181"/>
                  </a:lnTo>
                  <a:cubicBezTo>
                    <a:pt x="14827" y="4339"/>
                    <a:pt x="14145" y="3656"/>
                    <a:pt x="13303" y="3656"/>
                  </a:cubicBezTo>
                  <a:lnTo>
                    <a:pt x="2740" y="3656"/>
                  </a:lnTo>
                  <a:cubicBezTo>
                    <a:pt x="1902" y="3656"/>
                    <a:pt x="1219" y="4339"/>
                    <a:pt x="1219" y="5181"/>
                  </a:cubicBezTo>
                  <a:lnTo>
                    <a:pt x="1219" y="10056"/>
                  </a:lnTo>
                  <a:cubicBezTo>
                    <a:pt x="1219" y="10221"/>
                    <a:pt x="1356" y="10358"/>
                    <a:pt x="1522" y="10358"/>
                  </a:cubicBezTo>
                  <a:cubicBezTo>
                    <a:pt x="1691" y="10358"/>
                    <a:pt x="1827" y="10221"/>
                    <a:pt x="1827" y="10056"/>
                  </a:cubicBezTo>
                  <a:lnTo>
                    <a:pt x="1827" y="5181"/>
                  </a:lnTo>
                  <a:cubicBezTo>
                    <a:pt x="1827" y="4677"/>
                    <a:pt x="2237" y="4264"/>
                    <a:pt x="2740" y="4264"/>
                  </a:cubicBezTo>
                  <a:lnTo>
                    <a:pt x="13303" y="4264"/>
                  </a:lnTo>
                  <a:cubicBezTo>
                    <a:pt x="13810" y="4264"/>
                    <a:pt x="14219" y="4677"/>
                    <a:pt x="14219" y="5181"/>
                  </a:cubicBezTo>
                  <a:lnTo>
                    <a:pt x="14219" y="12987"/>
                  </a:lnTo>
                  <a:cubicBezTo>
                    <a:pt x="14219" y="13556"/>
                    <a:pt x="13995" y="14092"/>
                    <a:pt x="13592" y="14495"/>
                  </a:cubicBezTo>
                  <a:lnTo>
                    <a:pt x="11463" y="16624"/>
                  </a:lnTo>
                  <a:cubicBezTo>
                    <a:pt x="11408" y="16679"/>
                    <a:pt x="11376" y="16757"/>
                    <a:pt x="11376" y="16838"/>
                  </a:cubicBezTo>
                  <a:lnTo>
                    <a:pt x="11376" y="17752"/>
                  </a:lnTo>
                  <a:lnTo>
                    <a:pt x="10765" y="17752"/>
                  </a:lnTo>
                  <a:lnTo>
                    <a:pt x="10765" y="16838"/>
                  </a:lnTo>
                  <a:cubicBezTo>
                    <a:pt x="10765" y="16673"/>
                    <a:pt x="10628" y="16533"/>
                    <a:pt x="10459" y="16533"/>
                  </a:cubicBezTo>
                  <a:lnTo>
                    <a:pt x="8633" y="16533"/>
                  </a:lnTo>
                  <a:cubicBezTo>
                    <a:pt x="8467" y="16533"/>
                    <a:pt x="8327" y="16673"/>
                    <a:pt x="8327" y="16838"/>
                  </a:cubicBezTo>
                  <a:lnTo>
                    <a:pt x="8327" y="20189"/>
                  </a:lnTo>
                  <a:lnTo>
                    <a:pt x="7719" y="20189"/>
                  </a:lnTo>
                  <a:lnTo>
                    <a:pt x="7719" y="16838"/>
                  </a:lnTo>
                  <a:cubicBezTo>
                    <a:pt x="7719" y="16673"/>
                    <a:pt x="7580" y="16533"/>
                    <a:pt x="7414" y="16533"/>
                  </a:cubicBezTo>
                  <a:lnTo>
                    <a:pt x="5584" y="16533"/>
                  </a:lnTo>
                  <a:cubicBezTo>
                    <a:pt x="5418" y="16533"/>
                    <a:pt x="5282" y="16673"/>
                    <a:pt x="5282" y="16838"/>
                  </a:cubicBezTo>
                  <a:lnTo>
                    <a:pt x="5282" y="17752"/>
                  </a:lnTo>
                  <a:lnTo>
                    <a:pt x="4671" y="17752"/>
                  </a:lnTo>
                  <a:lnTo>
                    <a:pt x="4671" y="16838"/>
                  </a:lnTo>
                  <a:cubicBezTo>
                    <a:pt x="4671" y="16757"/>
                    <a:pt x="4638" y="16679"/>
                    <a:pt x="4583" y="16624"/>
                  </a:cubicBezTo>
                  <a:lnTo>
                    <a:pt x="2454" y="14495"/>
                  </a:lnTo>
                  <a:cubicBezTo>
                    <a:pt x="2051" y="14092"/>
                    <a:pt x="1827" y="13556"/>
                    <a:pt x="1827" y="12987"/>
                  </a:cubicBezTo>
                  <a:lnTo>
                    <a:pt x="1827" y="11278"/>
                  </a:lnTo>
                  <a:cubicBezTo>
                    <a:pt x="1827" y="11109"/>
                    <a:pt x="1691" y="10972"/>
                    <a:pt x="1522" y="10972"/>
                  </a:cubicBezTo>
                  <a:cubicBezTo>
                    <a:pt x="1356" y="10972"/>
                    <a:pt x="1219" y="11109"/>
                    <a:pt x="1219" y="11278"/>
                  </a:cubicBezTo>
                  <a:lnTo>
                    <a:pt x="1219" y="12987"/>
                  </a:lnTo>
                  <a:cubicBezTo>
                    <a:pt x="1219" y="13718"/>
                    <a:pt x="1502" y="14411"/>
                    <a:pt x="2022" y="14924"/>
                  </a:cubicBezTo>
                  <a:lnTo>
                    <a:pt x="4063" y="16965"/>
                  </a:lnTo>
                  <a:lnTo>
                    <a:pt x="4063" y="17752"/>
                  </a:lnTo>
                  <a:lnTo>
                    <a:pt x="608" y="17752"/>
                  </a:lnTo>
                  <a:lnTo>
                    <a:pt x="608" y="2743"/>
                  </a:lnTo>
                  <a:cubicBezTo>
                    <a:pt x="608" y="1567"/>
                    <a:pt x="1567" y="608"/>
                    <a:pt x="2740" y="608"/>
                  </a:cubicBezTo>
                  <a:close/>
                  <a:moveTo>
                    <a:pt x="11983" y="19581"/>
                  </a:moveTo>
                  <a:lnTo>
                    <a:pt x="11983" y="20189"/>
                  </a:lnTo>
                  <a:lnTo>
                    <a:pt x="10157" y="20189"/>
                  </a:lnTo>
                  <a:lnTo>
                    <a:pt x="10157" y="19581"/>
                  </a:lnTo>
                  <a:close/>
                  <a:moveTo>
                    <a:pt x="2740" y="0"/>
                  </a:moveTo>
                  <a:cubicBezTo>
                    <a:pt x="1232" y="0"/>
                    <a:pt x="1" y="1232"/>
                    <a:pt x="1" y="2743"/>
                  </a:cubicBezTo>
                  <a:lnTo>
                    <a:pt x="1" y="18057"/>
                  </a:lnTo>
                  <a:cubicBezTo>
                    <a:pt x="1" y="18223"/>
                    <a:pt x="137" y="18363"/>
                    <a:pt x="303" y="18363"/>
                  </a:cubicBezTo>
                  <a:lnTo>
                    <a:pt x="3452" y="18363"/>
                  </a:lnTo>
                  <a:lnTo>
                    <a:pt x="3452" y="20495"/>
                  </a:lnTo>
                  <a:cubicBezTo>
                    <a:pt x="3452" y="20660"/>
                    <a:pt x="3592" y="20800"/>
                    <a:pt x="3758" y="20800"/>
                  </a:cubicBezTo>
                  <a:lnTo>
                    <a:pt x="6195" y="20800"/>
                  </a:lnTo>
                  <a:cubicBezTo>
                    <a:pt x="6361" y="20800"/>
                    <a:pt x="6501" y="20660"/>
                    <a:pt x="6501" y="20495"/>
                  </a:cubicBezTo>
                  <a:lnTo>
                    <a:pt x="6501" y="18363"/>
                  </a:lnTo>
                  <a:lnTo>
                    <a:pt x="7108" y="18363"/>
                  </a:lnTo>
                  <a:lnTo>
                    <a:pt x="7108" y="20495"/>
                  </a:lnTo>
                  <a:cubicBezTo>
                    <a:pt x="7108" y="20660"/>
                    <a:pt x="7248" y="20800"/>
                    <a:pt x="7414" y="20800"/>
                  </a:cubicBezTo>
                  <a:lnTo>
                    <a:pt x="8633" y="20800"/>
                  </a:lnTo>
                  <a:cubicBezTo>
                    <a:pt x="8798" y="20800"/>
                    <a:pt x="8938" y="20660"/>
                    <a:pt x="8938" y="20495"/>
                  </a:cubicBezTo>
                  <a:lnTo>
                    <a:pt x="8938" y="18363"/>
                  </a:lnTo>
                  <a:lnTo>
                    <a:pt x="9546" y="18363"/>
                  </a:lnTo>
                  <a:lnTo>
                    <a:pt x="9546" y="20495"/>
                  </a:lnTo>
                  <a:cubicBezTo>
                    <a:pt x="9546" y="20660"/>
                    <a:pt x="9686" y="20800"/>
                    <a:pt x="9851" y="20800"/>
                  </a:cubicBezTo>
                  <a:lnTo>
                    <a:pt x="12289" y="20800"/>
                  </a:lnTo>
                  <a:cubicBezTo>
                    <a:pt x="12455" y="20800"/>
                    <a:pt x="12594" y="20660"/>
                    <a:pt x="12594" y="20495"/>
                  </a:cubicBezTo>
                  <a:lnTo>
                    <a:pt x="12594" y="18363"/>
                  </a:lnTo>
                  <a:lnTo>
                    <a:pt x="15740" y="18363"/>
                  </a:lnTo>
                  <a:cubicBezTo>
                    <a:pt x="15909" y="18363"/>
                    <a:pt x="16046" y="18223"/>
                    <a:pt x="16046" y="18057"/>
                  </a:cubicBezTo>
                  <a:lnTo>
                    <a:pt x="16046" y="2740"/>
                  </a:lnTo>
                  <a:cubicBezTo>
                    <a:pt x="16046" y="1232"/>
                    <a:pt x="14817" y="0"/>
                    <a:pt x="13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2"/>
            <p:cNvSpPr/>
            <p:nvPr/>
          </p:nvSpPr>
          <p:spPr>
            <a:xfrm>
              <a:off x="3104011" y="1610326"/>
              <a:ext cx="230765" cy="163628"/>
            </a:xfrm>
            <a:custGeom>
              <a:avLst/>
              <a:gdLst/>
              <a:ahLst/>
              <a:cxnLst/>
              <a:rect l="l" t="t" r="r" b="b"/>
              <a:pathLst>
                <a:path w="11171" h="7921" extrusionOk="0">
                  <a:moveTo>
                    <a:pt x="10563" y="608"/>
                  </a:moveTo>
                  <a:lnTo>
                    <a:pt x="10563" y="5483"/>
                  </a:lnTo>
                  <a:lnTo>
                    <a:pt x="608" y="5483"/>
                  </a:lnTo>
                  <a:lnTo>
                    <a:pt x="608" y="608"/>
                  </a:lnTo>
                  <a:close/>
                  <a:moveTo>
                    <a:pt x="10563" y="6094"/>
                  </a:moveTo>
                  <a:lnTo>
                    <a:pt x="10563" y="7313"/>
                  </a:lnTo>
                  <a:lnTo>
                    <a:pt x="608" y="7313"/>
                  </a:lnTo>
                  <a:lnTo>
                    <a:pt x="608" y="6094"/>
                  </a:lnTo>
                  <a:close/>
                  <a:moveTo>
                    <a:pt x="302" y="0"/>
                  </a:moveTo>
                  <a:cubicBezTo>
                    <a:pt x="137" y="0"/>
                    <a:pt x="0" y="137"/>
                    <a:pt x="0" y="306"/>
                  </a:cubicBezTo>
                  <a:lnTo>
                    <a:pt x="0" y="7618"/>
                  </a:lnTo>
                  <a:cubicBezTo>
                    <a:pt x="0" y="7787"/>
                    <a:pt x="137" y="7920"/>
                    <a:pt x="302" y="7920"/>
                  </a:cubicBezTo>
                  <a:lnTo>
                    <a:pt x="10865" y="7920"/>
                  </a:lnTo>
                  <a:cubicBezTo>
                    <a:pt x="11034" y="7920"/>
                    <a:pt x="11170" y="7784"/>
                    <a:pt x="11170" y="7618"/>
                  </a:cubicBezTo>
                  <a:lnTo>
                    <a:pt x="11170" y="306"/>
                  </a:lnTo>
                  <a:cubicBezTo>
                    <a:pt x="11170" y="137"/>
                    <a:pt x="11034" y="0"/>
                    <a:pt x="10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2"/>
            <p:cNvSpPr/>
            <p:nvPr/>
          </p:nvSpPr>
          <p:spPr>
            <a:xfrm>
              <a:off x="3192095" y="1635487"/>
              <a:ext cx="54598" cy="75544"/>
            </a:xfrm>
            <a:custGeom>
              <a:avLst/>
              <a:gdLst/>
              <a:ahLst/>
              <a:cxnLst/>
              <a:rect l="l" t="t" r="r" b="b"/>
              <a:pathLst>
                <a:path w="2643" h="3657" extrusionOk="0">
                  <a:moveTo>
                    <a:pt x="1362" y="609"/>
                  </a:moveTo>
                  <a:cubicBezTo>
                    <a:pt x="1583" y="609"/>
                    <a:pt x="1762" y="787"/>
                    <a:pt x="1762" y="1008"/>
                  </a:cubicBezTo>
                  <a:cubicBezTo>
                    <a:pt x="1762" y="1226"/>
                    <a:pt x="1583" y="1405"/>
                    <a:pt x="1362" y="1405"/>
                  </a:cubicBezTo>
                  <a:lnTo>
                    <a:pt x="611" y="1405"/>
                  </a:lnTo>
                  <a:lnTo>
                    <a:pt x="611" y="609"/>
                  </a:lnTo>
                  <a:close/>
                  <a:moveTo>
                    <a:pt x="1518" y="2016"/>
                  </a:moveTo>
                  <a:cubicBezTo>
                    <a:pt x="1801" y="2016"/>
                    <a:pt x="2031" y="2247"/>
                    <a:pt x="2031" y="2533"/>
                  </a:cubicBezTo>
                  <a:cubicBezTo>
                    <a:pt x="2031" y="2815"/>
                    <a:pt x="1801" y="3046"/>
                    <a:pt x="1518" y="3046"/>
                  </a:cubicBezTo>
                  <a:lnTo>
                    <a:pt x="611" y="3046"/>
                  </a:lnTo>
                  <a:lnTo>
                    <a:pt x="611" y="2016"/>
                  </a:lnTo>
                  <a:close/>
                  <a:moveTo>
                    <a:pt x="306" y="1"/>
                  </a:moveTo>
                  <a:cubicBezTo>
                    <a:pt x="140" y="1"/>
                    <a:pt x="0" y="137"/>
                    <a:pt x="0" y="306"/>
                  </a:cubicBezTo>
                  <a:lnTo>
                    <a:pt x="0" y="3352"/>
                  </a:lnTo>
                  <a:cubicBezTo>
                    <a:pt x="0" y="3524"/>
                    <a:pt x="140" y="3657"/>
                    <a:pt x="306" y="3657"/>
                  </a:cubicBezTo>
                  <a:lnTo>
                    <a:pt x="1518" y="3657"/>
                  </a:lnTo>
                  <a:cubicBezTo>
                    <a:pt x="2139" y="3657"/>
                    <a:pt x="2642" y="3153"/>
                    <a:pt x="2642" y="2533"/>
                  </a:cubicBezTo>
                  <a:cubicBezTo>
                    <a:pt x="2642" y="2152"/>
                    <a:pt x="2454" y="1818"/>
                    <a:pt x="2168" y="1613"/>
                  </a:cubicBezTo>
                  <a:cubicBezTo>
                    <a:pt x="2291" y="1447"/>
                    <a:pt x="2369" y="1236"/>
                    <a:pt x="2369" y="1008"/>
                  </a:cubicBezTo>
                  <a:cubicBezTo>
                    <a:pt x="2369" y="453"/>
                    <a:pt x="1918" y="1"/>
                    <a:pt x="1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388;p42">
            <a:extLst>
              <a:ext uri="{FF2B5EF4-FFF2-40B4-BE49-F238E27FC236}">
                <a16:creationId xmlns:a16="http://schemas.microsoft.com/office/drawing/2014/main" id="{374ABC43-119A-017F-E158-B37F0E940EF3}"/>
              </a:ext>
            </a:extLst>
          </p:cNvPr>
          <p:cNvSpPr txBox="1">
            <a:spLocks/>
          </p:cNvSpPr>
          <p:nvPr/>
        </p:nvSpPr>
        <p:spPr>
          <a:xfrm>
            <a:off x="1539150" y="3506967"/>
            <a:ext cx="38520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hr-HR" dirty="0"/>
              <a:t>Spremno za retreniranje</a:t>
            </a:r>
          </a:p>
        </p:txBody>
      </p:sp>
      <p:sp>
        <p:nvSpPr>
          <p:cNvPr id="7" name="Google Shape;392;p42">
            <a:extLst>
              <a:ext uri="{FF2B5EF4-FFF2-40B4-BE49-F238E27FC236}">
                <a16:creationId xmlns:a16="http://schemas.microsoft.com/office/drawing/2014/main" id="{59CE1B96-B5E4-9C55-BD8F-6533E3644FF8}"/>
              </a:ext>
            </a:extLst>
          </p:cNvPr>
          <p:cNvSpPr/>
          <p:nvPr/>
        </p:nvSpPr>
        <p:spPr>
          <a:xfrm>
            <a:off x="767625" y="3433631"/>
            <a:ext cx="645300" cy="64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400;p42">
            <a:extLst>
              <a:ext uri="{FF2B5EF4-FFF2-40B4-BE49-F238E27FC236}">
                <a16:creationId xmlns:a16="http://schemas.microsoft.com/office/drawing/2014/main" id="{1BE1F6A1-D91C-8E50-6F55-B950AC26C49B}"/>
              </a:ext>
            </a:extLst>
          </p:cNvPr>
          <p:cNvGrpSpPr/>
          <p:nvPr/>
        </p:nvGrpSpPr>
        <p:grpSpPr>
          <a:xfrm>
            <a:off x="924536" y="3541434"/>
            <a:ext cx="331470" cy="429676"/>
            <a:chOff x="3053648" y="1509621"/>
            <a:chExt cx="331470" cy="429676"/>
          </a:xfrm>
        </p:grpSpPr>
        <p:sp>
          <p:nvSpPr>
            <p:cNvPr id="9" name="Google Shape;401;p42">
              <a:extLst>
                <a:ext uri="{FF2B5EF4-FFF2-40B4-BE49-F238E27FC236}">
                  <a16:creationId xmlns:a16="http://schemas.microsoft.com/office/drawing/2014/main" id="{46968979-BD33-DD27-DECA-34FB94C6BCC9}"/>
                </a:ext>
              </a:extLst>
            </p:cNvPr>
            <p:cNvSpPr/>
            <p:nvPr/>
          </p:nvSpPr>
          <p:spPr>
            <a:xfrm>
              <a:off x="3175300" y="1534782"/>
              <a:ext cx="88166" cy="37762"/>
            </a:xfrm>
            <a:custGeom>
              <a:avLst/>
              <a:gdLst/>
              <a:ahLst/>
              <a:cxnLst/>
              <a:rect l="l" t="t" r="r" b="b"/>
              <a:pathLst>
                <a:path w="4268" h="1828" extrusionOk="0">
                  <a:moveTo>
                    <a:pt x="3351" y="609"/>
                  </a:moveTo>
                  <a:cubicBezTo>
                    <a:pt x="3520" y="609"/>
                    <a:pt x="3657" y="748"/>
                    <a:pt x="3657" y="914"/>
                  </a:cubicBezTo>
                  <a:cubicBezTo>
                    <a:pt x="3657" y="1080"/>
                    <a:pt x="3520" y="1220"/>
                    <a:pt x="3351" y="1220"/>
                  </a:cubicBezTo>
                  <a:lnTo>
                    <a:pt x="914" y="1220"/>
                  </a:lnTo>
                  <a:cubicBezTo>
                    <a:pt x="748" y="1220"/>
                    <a:pt x="612" y="1080"/>
                    <a:pt x="612" y="914"/>
                  </a:cubicBezTo>
                  <a:cubicBezTo>
                    <a:pt x="612" y="748"/>
                    <a:pt x="748" y="609"/>
                    <a:pt x="914" y="609"/>
                  </a:cubicBezTo>
                  <a:close/>
                  <a:moveTo>
                    <a:pt x="914" y="1"/>
                  </a:moveTo>
                  <a:cubicBezTo>
                    <a:pt x="410" y="1"/>
                    <a:pt x="1" y="410"/>
                    <a:pt x="1" y="914"/>
                  </a:cubicBezTo>
                  <a:cubicBezTo>
                    <a:pt x="1" y="1418"/>
                    <a:pt x="410" y="1827"/>
                    <a:pt x="914" y="1827"/>
                  </a:cubicBezTo>
                  <a:lnTo>
                    <a:pt x="3351" y="1827"/>
                  </a:lnTo>
                  <a:cubicBezTo>
                    <a:pt x="3858" y="1827"/>
                    <a:pt x="4268" y="1418"/>
                    <a:pt x="4268" y="914"/>
                  </a:cubicBezTo>
                  <a:cubicBezTo>
                    <a:pt x="4268" y="410"/>
                    <a:pt x="3858" y="1"/>
                    <a:pt x="3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02;p42">
              <a:extLst>
                <a:ext uri="{FF2B5EF4-FFF2-40B4-BE49-F238E27FC236}">
                  <a16:creationId xmlns:a16="http://schemas.microsoft.com/office/drawing/2014/main" id="{6E8EC987-16C8-C372-B779-2543491196A3}"/>
                </a:ext>
              </a:extLst>
            </p:cNvPr>
            <p:cNvSpPr/>
            <p:nvPr/>
          </p:nvSpPr>
          <p:spPr>
            <a:xfrm>
              <a:off x="3053648" y="1509621"/>
              <a:ext cx="331470" cy="429676"/>
            </a:xfrm>
            <a:custGeom>
              <a:avLst/>
              <a:gdLst/>
              <a:ahLst/>
              <a:cxnLst/>
              <a:rect l="l" t="t" r="r" b="b"/>
              <a:pathLst>
                <a:path w="16046" h="20800" extrusionOk="0">
                  <a:moveTo>
                    <a:pt x="7108" y="17144"/>
                  </a:moveTo>
                  <a:lnTo>
                    <a:pt x="7108" y="17752"/>
                  </a:lnTo>
                  <a:lnTo>
                    <a:pt x="5890" y="17752"/>
                  </a:lnTo>
                  <a:lnTo>
                    <a:pt x="5890" y="17144"/>
                  </a:lnTo>
                  <a:close/>
                  <a:moveTo>
                    <a:pt x="10157" y="17144"/>
                  </a:moveTo>
                  <a:lnTo>
                    <a:pt x="10157" y="17752"/>
                  </a:lnTo>
                  <a:lnTo>
                    <a:pt x="8938" y="17752"/>
                  </a:lnTo>
                  <a:lnTo>
                    <a:pt x="8938" y="17144"/>
                  </a:lnTo>
                  <a:close/>
                  <a:moveTo>
                    <a:pt x="5890" y="18363"/>
                  </a:moveTo>
                  <a:lnTo>
                    <a:pt x="5890" y="18970"/>
                  </a:lnTo>
                  <a:lnTo>
                    <a:pt x="4063" y="18970"/>
                  </a:lnTo>
                  <a:lnTo>
                    <a:pt x="4063" y="18363"/>
                  </a:lnTo>
                  <a:close/>
                  <a:moveTo>
                    <a:pt x="11983" y="18363"/>
                  </a:moveTo>
                  <a:lnTo>
                    <a:pt x="11983" y="18970"/>
                  </a:lnTo>
                  <a:lnTo>
                    <a:pt x="10157" y="18970"/>
                  </a:lnTo>
                  <a:lnTo>
                    <a:pt x="10157" y="18363"/>
                  </a:lnTo>
                  <a:close/>
                  <a:moveTo>
                    <a:pt x="5890" y="19581"/>
                  </a:moveTo>
                  <a:lnTo>
                    <a:pt x="5890" y="20189"/>
                  </a:lnTo>
                  <a:lnTo>
                    <a:pt x="4063" y="20189"/>
                  </a:lnTo>
                  <a:lnTo>
                    <a:pt x="4063" y="19581"/>
                  </a:lnTo>
                  <a:close/>
                  <a:moveTo>
                    <a:pt x="13303" y="608"/>
                  </a:moveTo>
                  <a:cubicBezTo>
                    <a:pt x="14479" y="608"/>
                    <a:pt x="15438" y="1567"/>
                    <a:pt x="15438" y="2743"/>
                  </a:cubicBezTo>
                  <a:lnTo>
                    <a:pt x="15438" y="17752"/>
                  </a:lnTo>
                  <a:lnTo>
                    <a:pt x="11983" y="17752"/>
                  </a:lnTo>
                  <a:lnTo>
                    <a:pt x="11983" y="16965"/>
                  </a:lnTo>
                  <a:lnTo>
                    <a:pt x="14024" y="14924"/>
                  </a:lnTo>
                  <a:cubicBezTo>
                    <a:pt x="14538" y="14407"/>
                    <a:pt x="14827" y="13718"/>
                    <a:pt x="14827" y="12987"/>
                  </a:cubicBezTo>
                  <a:lnTo>
                    <a:pt x="14827" y="5181"/>
                  </a:lnTo>
                  <a:cubicBezTo>
                    <a:pt x="14827" y="4339"/>
                    <a:pt x="14145" y="3656"/>
                    <a:pt x="13303" y="3656"/>
                  </a:cubicBezTo>
                  <a:lnTo>
                    <a:pt x="2740" y="3656"/>
                  </a:lnTo>
                  <a:cubicBezTo>
                    <a:pt x="1902" y="3656"/>
                    <a:pt x="1219" y="4339"/>
                    <a:pt x="1219" y="5181"/>
                  </a:cubicBezTo>
                  <a:lnTo>
                    <a:pt x="1219" y="10056"/>
                  </a:lnTo>
                  <a:cubicBezTo>
                    <a:pt x="1219" y="10221"/>
                    <a:pt x="1356" y="10358"/>
                    <a:pt x="1522" y="10358"/>
                  </a:cubicBezTo>
                  <a:cubicBezTo>
                    <a:pt x="1691" y="10358"/>
                    <a:pt x="1827" y="10221"/>
                    <a:pt x="1827" y="10056"/>
                  </a:cubicBezTo>
                  <a:lnTo>
                    <a:pt x="1827" y="5181"/>
                  </a:lnTo>
                  <a:cubicBezTo>
                    <a:pt x="1827" y="4677"/>
                    <a:pt x="2237" y="4264"/>
                    <a:pt x="2740" y="4264"/>
                  </a:cubicBezTo>
                  <a:lnTo>
                    <a:pt x="13303" y="4264"/>
                  </a:lnTo>
                  <a:cubicBezTo>
                    <a:pt x="13810" y="4264"/>
                    <a:pt x="14219" y="4677"/>
                    <a:pt x="14219" y="5181"/>
                  </a:cubicBezTo>
                  <a:lnTo>
                    <a:pt x="14219" y="12987"/>
                  </a:lnTo>
                  <a:cubicBezTo>
                    <a:pt x="14219" y="13556"/>
                    <a:pt x="13995" y="14092"/>
                    <a:pt x="13592" y="14495"/>
                  </a:cubicBezTo>
                  <a:lnTo>
                    <a:pt x="11463" y="16624"/>
                  </a:lnTo>
                  <a:cubicBezTo>
                    <a:pt x="11408" y="16679"/>
                    <a:pt x="11376" y="16757"/>
                    <a:pt x="11376" y="16838"/>
                  </a:cubicBezTo>
                  <a:lnTo>
                    <a:pt x="11376" y="17752"/>
                  </a:lnTo>
                  <a:lnTo>
                    <a:pt x="10765" y="17752"/>
                  </a:lnTo>
                  <a:lnTo>
                    <a:pt x="10765" y="16838"/>
                  </a:lnTo>
                  <a:cubicBezTo>
                    <a:pt x="10765" y="16673"/>
                    <a:pt x="10628" y="16533"/>
                    <a:pt x="10459" y="16533"/>
                  </a:cubicBezTo>
                  <a:lnTo>
                    <a:pt x="8633" y="16533"/>
                  </a:lnTo>
                  <a:cubicBezTo>
                    <a:pt x="8467" y="16533"/>
                    <a:pt x="8327" y="16673"/>
                    <a:pt x="8327" y="16838"/>
                  </a:cubicBezTo>
                  <a:lnTo>
                    <a:pt x="8327" y="20189"/>
                  </a:lnTo>
                  <a:lnTo>
                    <a:pt x="7719" y="20189"/>
                  </a:lnTo>
                  <a:lnTo>
                    <a:pt x="7719" y="16838"/>
                  </a:lnTo>
                  <a:cubicBezTo>
                    <a:pt x="7719" y="16673"/>
                    <a:pt x="7580" y="16533"/>
                    <a:pt x="7414" y="16533"/>
                  </a:cubicBezTo>
                  <a:lnTo>
                    <a:pt x="5584" y="16533"/>
                  </a:lnTo>
                  <a:cubicBezTo>
                    <a:pt x="5418" y="16533"/>
                    <a:pt x="5282" y="16673"/>
                    <a:pt x="5282" y="16838"/>
                  </a:cubicBezTo>
                  <a:lnTo>
                    <a:pt x="5282" y="17752"/>
                  </a:lnTo>
                  <a:lnTo>
                    <a:pt x="4671" y="17752"/>
                  </a:lnTo>
                  <a:lnTo>
                    <a:pt x="4671" y="16838"/>
                  </a:lnTo>
                  <a:cubicBezTo>
                    <a:pt x="4671" y="16757"/>
                    <a:pt x="4638" y="16679"/>
                    <a:pt x="4583" y="16624"/>
                  </a:cubicBezTo>
                  <a:lnTo>
                    <a:pt x="2454" y="14495"/>
                  </a:lnTo>
                  <a:cubicBezTo>
                    <a:pt x="2051" y="14092"/>
                    <a:pt x="1827" y="13556"/>
                    <a:pt x="1827" y="12987"/>
                  </a:cubicBezTo>
                  <a:lnTo>
                    <a:pt x="1827" y="11278"/>
                  </a:lnTo>
                  <a:cubicBezTo>
                    <a:pt x="1827" y="11109"/>
                    <a:pt x="1691" y="10972"/>
                    <a:pt x="1522" y="10972"/>
                  </a:cubicBezTo>
                  <a:cubicBezTo>
                    <a:pt x="1356" y="10972"/>
                    <a:pt x="1219" y="11109"/>
                    <a:pt x="1219" y="11278"/>
                  </a:cubicBezTo>
                  <a:lnTo>
                    <a:pt x="1219" y="12987"/>
                  </a:lnTo>
                  <a:cubicBezTo>
                    <a:pt x="1219" y="13718"/>
                    <a:pt x="1502" y="14411"/>
                    <a:pt x="2022" y="14924"/>
                  </a:cubicBezTo>
                  <a:lnTo>
                    <a:pt x="4063" y="16965"/>
                  </a:lnTo>
                  <a:lnTo>
                    <a:pt x="4063" y="17752"/>
                  </a:lnTo>
                  <a:lnTo>
                    <a:pt x="608" y="17752"/>
                  </a:lnTo>
                  <a:lnTo>
                    <a:pt x="608" y="2743"/>
                  </a:lnTo>
                  <a:cubicBezTo>
                    <a:pt x="608" y="1567"/>
                    <a:pt x="1567" y="608"/>
                    <a:pt x="2740" y="608"/>
                  </a:cubicBezTo>
                  <a:close/>
                  <a:moveTo>
                    <a:pt x="11983" y="19581"/>
                  </a:moveTo>
                  <a:lnTo>
                    <a:pt x="11983" y="20189"/>
                  </a:lnTo>
                  <a:lnTo>
                    <a:pt x="10157" y="20189"/>
                  </a:lnTo>
                  <a:lnTo>
                    <a:pt x="10157" y="19581"/>
                  </a:lnTo>
                  <a:close/>
                  <a:moveTo>
                    <a:pt x="2740" y="0"/>
                  </a:moveTo>
                  <a:cubicBezTo>
                    <a:pt x="1232" y="0"/>
                    <a:pt x="1" y="1232"/>
                    <a:pt x="1" y="2743"/>
                  </a:cubicBezTo>
                  <a:lnTo>
                    <a:pt x="1" y="18057"/>
                  </a:lnTo>
                  <a:cubicBezTo>
                    <a:pt x="1" y="18223"/>
                    <a:pt x="137" y="18363"/>
                    <a:pt x="303" y="18363"/>
                  </a:cubicBezTo>
                  <a:lnTo>
                    <a:pt x="3452" y="18363"/>
                  </a:lnTo>
                  <a:lnTo>
                    <a:pt x="3452" y="20495"/>
                  </a:lnTo>
                  <a:cubicBezTo>
                    <a:pt x="3452" y="20660"/>
                    <a:pt x="3592" y="20800"/>
                    <a:pt x="3758" y="20800"/>
                  </a:cubicBezTo>
                  <a:lnTo>
                    <a:pt x="6195" y="20800"/>
                  </a:lnTo>
                  <a:cubicBezTo>
                    <a:pt x="6361" y="20800"/>
                    <a:pt x="6501" y="20660"/>
                    <a:pt x="6501" y="20495"/>
                  </a:cubicBezTo>
                  <a:lnTo>
                    <a:pt x="6501" y="18363"/>
                  </a:lnTo>
                  <a:lnTo>
                    <a:pt x="7108" y="18363"/>
                  </a:lnTo>
                  <a:lnTo>
                    <a:pt x="7108" y="20495"/>
                  </a:lnTo>
                  <a:cubicBezTo>
                    <a:pt x="7108" y="20660"/>
                    <a:pt x="7248" y="20800"/>
                    <a:pt x="7414" y="20800"/>
                  </a:cubicBezTo>
                  <a:lnTo>
                    <a:pt x="8633" y="20800"/>
                  </a:lnTo>
                  <a:cubicBezTo>
                    <a:pt x="8798" y="20800"/>
                    <a:pt x="8938" y="20660"/>
                    <a:pt x="8938" y="20495"/>
                  </a:cubicBezTo>
                  <a:lnTo>
                    <a:pt x="8938" y="18363"/>
                  </a:lnTo>
                  <a:lnTo>
                    <a:pt x="9546" y="18363"/>
                  </a:lnTo>
                  <a:lnTo>
                    <a:pt x="9546" y="20495"/>
                  </a:lnTo>
                  <a:cubicBezTo>
                    <a:pt x="9546" y="20660"/>
                    <a:pt x="9686" y="20800"/>
                    <a:pt x="9851" y="20800"/>
                  </a:cubicBezTo>
                  <a:lnTo>
                    <a:pt x="12289" y="20800"/>
                  </a:lnTo>
                  <a:cubicBezTo>
                    <a:pt x="12455" y="20800"/>
                    <a:pt x="12594" y="20660"/>
                    <a:pt x="12594" y="20495"/>
                  </a:cubicBezTo>
                  <a:lnTo>
                    <a:pt x="12594" y="18363"/>
                  </a:lnTo>
                  <a:lnTo>
                    <a:pt x="15740" y="18363"/>
                  </a:lnTo>
                  <a:cubicBezTo>
                    <a:pt x="15909" y="18363"/>
                    <a:pt x="16046" y="18223"/>
                    <a:pt x="16046" y="18057"/>
                  </a:cubicBezTo>
                  <a:lnTo>
                    <a:pt x="16046" y="2740"/>
                  </a:lnTo>
                  <a:cubicBezTo>
                    <a:pt x="16046" y="1232"/>
                    <a:pt x="14817" y="0"/>
                    <a:pt x="13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03;p42">
              <a:extLst>
                <a:ext uri="{FF2B5EF4-FFF2-40B4-BE49-F238E27FC236}">
                  <a16:creationId xmlns:a16="http://schemas.microsoft.com/office/drawing/2014/main" id="{66C8FEAA-D5AB-9DE0-ECF7-3176BE8D38A0}"/>
                </a:ext>
              </a:extLst>
            </p:cNvPr>
            <p:cNvSpPr/>
            <p:nvPr/>
          </p:nvSpPr>
          <p:spPr>
            <a:xfrm>
              <a:off x="3104011" y="1610326"/>
              <a:ext cx="230765" cy="163628"/>
            </a:xfrm>
            <a:custGeom>
              <a:avLst/>
              <a:gdLst/>
              <a:ahLst/>
              <a:cxnLst/>
              <a:rect l="l" t="t" r="r" b="b"/>
              <a:pathLst>
                <a:path w="11171" h="7921" extrusionOk="0">
                  <a:moveTo>
                    <a:pt x="10563" y="608"/>
                  </a:moveTo>
                  <a:lnTo>
                    <a:pt x="10563" y="5483"/>
                  </a:lnTo>
                  <a:lnTo>
                    <a:pt x="608" y="5483"/>
                  </a:lnTo>
                  <a:lnTo>
                    <a:pt x="608" y="608"/>
                  </a:lnTo>
                  <a:close/>
                  <a:moveTo>
                    <a:pt x="10563" y="6094"/>
                  </a:moveTo>
                  <a:lnTo>
                    <a:pt x="10563" y="7313"/>
                  </a:lnTo>
                  <a:lnTo>
                    <a:pt x="608" y="7313"/>
                  </a:lnTo>
                  <a:lnTo>
                    <a:pt x="608" y="6094"/>
                  </a:lnTo>
                  <a:close/>
                  <a:moveTo>
                    <a:pt x="302" y="0"/>
                  </a:moveTo>
                  <a:cubicBezTo>
                    <a:pt x="137" y="0"/>
                    <a:pt x="0" y="137"/>
                    <a:pt x="0" y="306"/>
                  </a:cubicBezTo>
                  <a:lnTo>
                    <a:pt x="0" y="7618"/>
                  </a:lnTo>
                  <a:cubicBezTo>
                    <a:pt x="0" y="7787"/>
                    <a:pt x="137" y="7920"/>
                    <a:pt x="302" y="7920"/>
                  </a:cubicBezTo>
                  <a:lnTo>
                    <a:pt x="10865" y="7920"/>
                  </a:lnTo>
                  <a:cubicBezTo>
                    <a:pt x="11034" y="7920"/>
                    <a:pt x="11170" y="7784"/>
                    <a:pt x="11170" y="7618"/>
                  </a:cubicBezTo>
                  <a:lnTo>
                    <a:pt x="11170" y="306"/>
                  </a:lnTo>
                  <a:cubicBezTo>
                    <a:pt x="11170" y="137"/>
                    <a:pt x="11034" y="0"/>
                    <a:pt x="10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04;p42">
              <a:extLst>
                <a:ext uri="{FF2B5EF4-FFF2-40B4-BE49-F238E27FC236}">
                  <a16:creationId xmlns:a16="http://schemas.microsoft.com/office/drawing/2014/main" id="{546C2FCF-CA6A-8AF0-8067-D0BD1C61735D}"/>
                </a:ext>
              </a:extLst>
            </p:cNvPr>
            <p:cNvSpPr/>
            <p:nvPr/>
          </p:nvSpPr>
          <p:spPr>
            <a:xfrm>
              <a:off x="3192095" y="1635487"/>
              <a:ext cx="54598" cy="75544"/>
            </a:xfrm>
            <a:custGeom>
              <a:avLst/>
              <a:gdLst/>
              <a:ahLst/>
              <a:cxnLst/>
              <a:rect l="l" t="t" r="r" b="b"/>
              <a:pathLst>
                <a:path w="2643" h="3657" extrusionOk="0">
                  <a:moveTo>
                    <a:pt x="1362" y="609"/>
                  </a:moveTo>
                  <a:cubicBezTo>
                    <a:pt x="1583" y="609"/>
                    <a:pt x="1762" y="787"/>
                    <a:pt x="1762" y="1008"/>
                  </a:cubicBezTo>
                  <a:cubicBezTo>
                    <a:pt x="1762" y="1226"/>
                    <a:pt x="1583" y="1405"/>
                    <a:pt x="1362" y="1405"/>
                  </a:cubicBezTo>
                  <a:lnTo>
                    <a:pt x="611" y="1405"/>
                  </a:lnTo>
                  <a:lnTo>
                    <a:pt x="611" y="609"/>
                  </a:lnTo>
                  <a:close/>
                  <a:moveTo>
                    <a:pt x="1518" y="2016"/>
                  </a:moveTo>
                  <a:cubicBezTo>
                    <a:pt x="1801" y="2016"/>
                    <a:pt x="2031" y="2247"/>
                    <a:pt x="2031" y="2533"/>
                  </a:cubicBezTo>
                  <a:cubicBezTo>
                    <a:pt x="2031" y="2815"/>
                    <a:pt x="1801" y="3046"/>
                    <a:pt x="1518" y="3046"/>
                  </a:cubicBezTo>
                  <a:lnTo>
                    <a:pt x="611" y="3046"/>
                  </a:lnTo>
                  <a:lnTo>
                    <a:pt x="611" y="2016"/>
                  </a:lnTo>
                  <a:close/>
                  <a:moveTo>
                    <a:pt x="306" y="1"/>
                  </a:moveTo>
                  <a:cubicBezTo>
                    <a:pt x="140" y="1"/>
                    <a:pt x="0" y="137"/>
                    <a:pt x="0" y="306"/>
                  </a:cubicBezTo>
                  <a:lnTo>
                    <a:pt x="0" y="3352"/>
                  </a:lnTo>
                  <a:cubicBezTo>
                    <a:pt x="0" y="3524"/>
                    <a:pt x="140" y="3657"/>
                    <a:pt x="306" y="3657"/>
                  </a:cubicBezTo>
                  <a:lnTo>
                    <a:pt x="1518" y="3657"/>
                  </a:lnTo>
                  <a:cubicBezTo>
                    <a:pt x="2139" y="3657"/>
                    <a:pt x="2642" y="3153"/>
                    <a:pt x="2642" y="2533"/>
                  </a:cubicBezTo>
                  <a:cubicBezTo>
                    <a:pt x="2642" y="2152"/>
                    <a:pt x="2454" y="1818"/>
                    <a:pt x="2168" y="1613"/>
                  </a:cubicBezTo>
                  <a:cubicBezTo>
                    <a:pt x="2291" y="1447"/>
                    <a:pt x="2369" y="1236"/>
                    <a:pt x="2369" y="1008"/>
                  </a:cubicBezTo>
                  <a:cubicBezTo>
                    <a:pt x="2369" y="453"/>
                    <a:pt x="1918" y="1"/>
                    <a:pt x="1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0"/>
          <p:cNvSpPr txBox="1">
            <a:spLocks noGrp="1"/>
          </p:cNvSpPr>
          <p:nvPr>
            <p:ph type="body" idx="1"/>
          </p:nvPr>
        </p:nvSpPr>
        <p:spPr>
          <a:xfrm>
            <a:off x="3251200" y="2143402"/>
            <a:ext cx="5197500" cy="1343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hr-HR" dirty="0"/>
              <a:t>Ručno pokretanje retrain-a.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hr-HR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hr-HR" dirty="0"/>
              <a:t>Novi podaci </a:t>
            </a:r>
            <a:r>
              <a:rPr lang="hr-HR" dirty="0">
                <a:sym typeface="Wingdings" panose="05000000000000000000" pitchFamily="2" charset="2"/>
              </a:rPr>
              <a:t> bolji model.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hr-HR" dirty="0">
              <a:sym typeface="Wingdings" panose="05000000000000000000" pitchFamily="2" charset="2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hr-HR" dirty="0">
                <a:sym typeface="Wingdings" panose="05000000000000000000" pitchFamily="2" charset="2"/>
              </a:rPr>
              <a:t>Povratna informacija korisniku.</a:t>
            </a:r>
            <a:endParaRPr dirty="0"/>
          </a:p>
        </p:txBody>
      </p:sp>
      <p:sp>
        <p:nvSpPr>
          <p:cNvPr id="738" name="Google Shape;738;p60"/>
          <p:cNvSpPr txBox="1">
            <a:spLocks noGrp="1"/>
          </p:cNvSpPr>
          <p:nvPr>
            <p:ph type="title"/>
          </p:nvPr>
        </p:nvSpPr>
        <p:spPr>
          <a:xfrm>
            <a:off x="3251200" y="1084225"/>
            <a:ext cx="519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>
                <a:solidFill>
                  <a:schemeClr val="dk2"/>
                </a:solidFill>
              </a:rPr>
              <a:t>Ponovno treniranje</a:t>
            </a:r>
            <a:r>
              <a:rPr lang="en" dirty="0">
                <a:solidFill>
                  <a:schemeClr val="dk2"/>
                </a:solidFill>
              </a:rPr>
              <a:t>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39" name="Google Shape;739;p60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740" name="Google Shape;74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47747">
            <a:off x="809999" y="2237728"/>
            <a:ext cx="2226549" cy="6916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</p:pic>
      <p:pic>
        <p:nvPicPr>
          <p:cNvPr id="741" name="Google Shape;74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71688">
            <a:off x="971924" y="3580982"/>
            <a:ext cx="2226548" cy="69369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</p:pic>
      <p:pic>
        <p:nvPicPr>
          <p:cNvPr id="742" name="Google Shape;74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95752">
            <a:off x="764922" y="934624"/>
            <a:ext cx="2316700" cy="720079"/>
          </a:xfrm>
          <a:prstGeom prst="rect">
            <a:avLst/>
          </a:prstGeom>
          <a:noFill/>
          <a:ln>
            <a:noFill/>
          </a:ln>
          <a:effectLst>
            <a:outerShdw blurRad="71438" dist="3810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>
            <a:spLocks noGrp="1"/>
          </p:cNvSpPr>
          <p:nvPr>
            <p:ph type="title"/>
          </p:nvPr>
        </p:nvSpPr>
        <p:spPr>
          <a:xfrm flipH="1">
            <a:off x="3776400" y="2130375"/>
            <a:ext cx="4486800" cy="15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Korisnički </a:t>
            </a:r>
            <a:r>
              <a:rPr lang="hr-HR" dirty="0">
                <a:solidFill>
                  <a:srgbClr val="C00000"/>
                </a:solidFill>
              </a:rPr>
              <a:t>interfejs</a:t>
            </a:r>
            <a:r>
              <a:rPr lang="hr-HR"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2" name="Google Shape;312;p39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13" name="Google Shape;3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43286">
            <a:off x="921950" y="534852"/>
            <a:ext cx="2382572" cy="4005658"/>
          </a:xfrm>
          <a:prstGeom prst="rect">
            <a:avLst/>
          </a:prstGeom>
          <a:noFill/>
          <a:ln>
            <a:noFill/>
          </a:ln>
          <a:effectLst>
            <a:outerShdw blurRad="200025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2056EE72-BF16-E509-90F4-5CF1ED72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9">
            <a:extLst>
              <a:ext uri="{FF2B5EF4-FFF2-40B4-BE49-F238E27FC236}">
                <a16:creationId xmlns:a16="http://schemas.microsoft.com/office/drawing/2014/main" id="{5B0EB115-503A-152E-F8A5-8367A76C2C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80618" y="4033537"/>
            <a:ext cx="3724507" cy="7819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Predikcija rizika</a:t>
            </a:r>
            <a:endParaRPr dirty="0"/>
          </a:p>
        </p:txBody>
      </p:sp>
      <p:sp>
        <p:nvSpPr>
          <p:cNvPr id="545" name="Google Shape;545;p49">
            <a:extLst>
              <a:ext uri="{FF2B5EF4-FFF2-40B4-BE49-F238E27FC236}">
                <a16:creationId xmlns:a16="http://schemas.microsoft.com/office/drawing/2014/main" id="{A22CA5D0-8641-ACF9-CACC-A433D47F60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5" name="Slika 4" descr="Slika koja sadrži tekst, snimak ekrana&#10;&#10;Sadržaj koji je generiran pomoću AI-ja može biti netačan.">
            <a:extLst>
              <a:ext uri="{FF2B5EF4-FFF2-40B4-BE49-F238E27FC236}">
                <a16:creationId xmlns:a16="http://schemas.microsoft.com/office/drawing/2014/main" id="{D75B7C0C-0CF5-3A36-E257-8D15FB6D3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755" y="142728"/>
            <a:ext cx="5760490" cy="26134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Slika 2" descr="Slika koja sadrži Električno plava, tekst, snimak ekrana&#10;&#10;Sadržaj koji je generiran pomoću AI-ja može biti netačan.">
            <a:extLst>
              <a:ext uri="{FF2B5EF4-FFF2-40B4-BE49-F238E27FC236}">
                <a16:creationId xmlns:a16="http://schemas.microsoft.com/office/drawing/2014/main" id="{A962BE80-AD9C-3663-C589-9A9C4CD291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39"/>
          <a:stretch>
            <a:fillRect/>
          </a:stretch>
        </p:blipFill>
        <p:spPr>
          <a:xfrm>
            <a:off x="1706881" y="2934592"/>
            <a:ext cx="5745364" cy="781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7496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A18995AD-A40E-8EC2-92CB-4E50B447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9">
            <a:extLst>
              <a:ext uri="{FF2B5EF4-FFF2-40B4-BE49-F238E27FC236}">
                <a16:creationId xmlns:a16="http://schemas.microsoft.com/office/drawing/2014/main" id="{64CABE06-C32E-EC55-D359-FFA5D4E26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9912" y="4033537"/>
            <a:ext cx="6155213" cy="7819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Dodavanje novih podataka</a:t>
            </a:r>
            <a:endParaRPr dirty="0"/>
          </a:p>
        </p:txBody>
      </p:sp>
      <p:sp>
        <p:nvSpPr>
          <p:cNvPr id="545" name="Google Shape;545;p49">
            <a:extLst>
              <a:ext uri="{FF2B5EF4-FFF2-40B4-BE49-F238E27FC236}">
                <a16:creationId xmlns:a16="http://schemas.microsoft.com/office/drawing/2014/main" id="{19446ACF-84AB-4B12-8A61-E2F9BA7D5B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4" name="Slika 3" descr="Slika koja sadrži snimak ekrana, tekst, softver&#10;&#10;Sadržaj koji je generiran pomoću AI-ja može biti netačan.">
            <a:extLst>
              <a:ext uri="{FF2B5EF4-FFF2-40B4-BE49-F238E27FC236}">
                <a16:creationId xmlns:a16="http://schemas.microsoft.com/office/drawing/2014/main" id="{3B6D933C-E149-D57A-26CF-FE01A3863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2" y="113262"/>
            <a:ext cx="5688096" cy="26048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Slika 6" descr="Slika koja sadrži snimak ekrana, tekst, Električno plava, plavo&#10;&#10;Sadržaj koji je generiran pomoću AI-ja može biti netačan.">
            <a:extLst>
              <a:ext uri="{FF2B5EF4-FFF2-40B4-BE49-F238E27FC236}">
                <a16:creationId xmlns:a16="http://schemas.microsoft.com/office/drawing/2014/main" id="{11D1B5CF-DACE-8B54-2C97-CED77350B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82" y="2897518"/>
            <a:ext cx="5688097" cy="781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Slika 8" descr="Slika koja sadrži tekst, snimak ekrana, Font&#10;&#10;Sadržaj koji je generiran pomoću AI-ja može biti netačan.">
            <a:extLst>
              <a:ext uri="{FF2B5EF4-FFF2-40B4-BE49-F238E27FC236}">
                <a16:creationId xmlns:a16="http://schemas.microsoft.com/office/drawing/2014/main" id="{401D000D-FF44-4C7F-D20D-C4A310D8B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880" y="2376368"/>
            <a:ext cx="3855460" cy="836991"/>
          </a:xfrm>
          <a:prstGeom prst="rect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6735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A3306638-E70A-BAF4-75E5-0177D6F8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9">
            <a:extLst>
              <a:ext uri="{FF2B5EF4-FFF2-40B4-BE49-F238E27FC236}">
                <a16:creationId xmlns:a16="http://schemas.microsoft.com/office/drawing/2014/main" id="{73FB8C2D-71EB-0306-6F2E-39D161DAB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40820" y="4033537"/>
            <a:ext cx="4564305" cy="7819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Ponovno treniranje</a:t>
            </a:r>
            <a:endParaRPr dirty="0"/>
          </a:p>
        </p:txBody>
      </p:sp>
      <p:sp>
        <p:nvSpPr>
          <p:cNvPr id="545" name="Google Shape;545;p49">
            <a:extLst>
              <a:ext uri="{FF2B5EF4-FFF2-40B4-BE49-F238E27FC236}">
                <a16:creationId xmlns:a16="http://schemas.microsoft.com/office/drawing/2014/main" id="{8116F952-45FC-9E84-ECAE-E97FA5641C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Slika 2" descr="Slika koja sadrži tekst, snimak ekrana, Električno plava, Font&#10;&#10;Sadržaj koji je generiran pomoću AI-ja može biti netačan.">
            <a:extLst>
              <a:ext uri="{FF2B5EF4-FFF2-40B4-BE49-F238E27FC236}">
                <a16:creationId xmlns:a16="http://schemas.microsoft.com/office/drawing/2014/main" id="{6E1C937E-9FFD-7578-B518-9660F010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137" y="1502620"/>
            <a:ext cx="6141725" cy="16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57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2"/>
          <p:cNvSpPr txBox="1">
            <a:spLocks noGrp="1"/>
          </p:cNvSpPr>
          <p:nvPr>
            <p:ph type="title"/>
          </p:nvPr>
        </p:nvSpPr>
        <p:spPr>
          <a:xfrm>
            <a:off x="4825314" y="855376"/>
            <a:ext cx="4318686" cy="12786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Prednosti agentnog pristupa</a:t>
            </a:r>
            <a:r>
              <a:rPr lang="en" dirty="0">
                <a:solidFill>
                  <a:schemeClr val="dk2"/>
                </a:solidFill>
              </a:rPr>
              <a:t>.</a:t>
            </a:r>
            <a:endParaRPr dirty="0"/>
          </a:p>
        </p:txBody>
      </p:sp>
      <p:sp>
        <p:nvSpPr>
          <p:cNvPr id="766" name="Google Shape;766;p62"/>
          <p:cNvSpPr txBox="1">
            <a:spLocks noGrp="1"/>
          </p:cNvSpPr>
          <p:nvPr>
            <p:ph type="subTitle" idx="1"/>
          </p:nvPr>
        </p:nvSpPr>
        <p:spPr>
          <a:xfrm>
            <a:off x="4844200" y="2399175"/>
            <a:ext cx="3378012" cy="9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Asinhrona obrada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Autonomija agenta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Jasna arhitektonska separacija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r-HR" dirty="0"/>
              <a:t>Realističnija simulacija sistema</a:t>
            </a:r>
            <a:endParaRPr dirty="0"/>
          </a:p>
        </p:txBody>
      </p:sp>
      <p:grpSp>
        <p:nvGrpSpPr>
          <p:cNvPr id="767" name="Google Shape;767;p62"/>
          <p:cNvGrpSpPr/>
          <p:nvPr/>
        </p:nvGrpSpPr>
        <p:grpSpPr>
          <a:xfrm>
            <a:off x="921788" y="1384913"/>
            <a:ext cx="3396900" cy="2373686"/>
            <a:chOff x="811675" y="1343350"/>
            <a:chExt cx="3396900" cy="2373686"/>
          </a:xfrm>
        </p:grpSpPr>
        <p:sp>
          <p:nvSpPr>
            <p:cNvPr id="768" name="Google Shape;768;p62"/>
            <p:cNvSpPr/>
            <p:nvPr/>
          </p:nvSpPr>
          <p:spPr>
            <a:xfrm>
              <a:off x="811675" y="1343350"/>
              <a:ext cx="3396900" cy="2038800"/>
            </a:xfrm>
            <a:prstGeom prst="roundRect">
              <a:avLst>
                <a:gd name="adj" fmla="val 6011"/>
              </a:avLst>
            </a:prstGeom>
            <a:solidFill>
              <a:srgbClr val="FFFFFF">
                <a:alpha val="6279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2"/>
            <p:cNvSpPr/>
            <p:nvPr/>
          </p:nvSpPr>
          <p:spPr>
            <a:xfrm>
              <a:off x="2012410" y="3382161"/>
              <a:ext cx="995430" cy="334875"/>
            </a:xfrm>
            <a:prstGeom prst="trapezoid">
              <a:avLst>
                <a:gd name="adj" fmla="val 25000"/>
              </a:avLst>
            </a:prstGeom>
            <a:solidFill>
              <a:srgbClr val="FFFFFF">
                <a:alpha val="6279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62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Slika 2" descr="Slika koja sadrži snimak ekrana, tekst&#10;&#10;Sadržaj koji je generiran pomoću AI-ja može biti netačan.">
            <a:extLst>
              <a:ext uri="{FF2B5EF4-FFF2-40B4-BE49-F238E27FC236}">
                <a16:creationId xmlns:a16="http://schemas.microsoft.com/office/drawing/2014/main" id="{7CC0CF4D-374C-FF10-85E8-08CE643BE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99" y="1494713"/>
            <a:ext cx="3137625" cy="18058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85895750-99A8-FBBA-2445-35DE8056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>
            <a:extLst>
              <a:ext uri="{FF2B5EF4-FFF2-40B4-BE49-F238E27FC236}">
                <a16:creationId xmlns:a16="http://schemas.microsoft.com/office/drawing/2014/main" id="{F512981B-9406-DF43-EE3C-D38B163754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94387" y="2127899"/>
            <a:ext cx="4277183" cy="1581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dirty="0"/>
              <a:t>Autonomni agent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dirty="0"/>
              <a:t>ML + medicinska pravila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bs-Latn-BA" dirty="0"/>
              <a:t>Potencijal primjene u zdravstvu</a:t>
            </a:r>
            <a:endParaRPr dirty="0"/>
          </a:p>
        </p:txBody>
      </p:sp>
      <p:sp>
        <p:nvSpPr>
          <p:cNvPr id="301" name="Google Shape;301;p38">
            <a:extLst>
              <a:ext uri="{FF2B5EF4-FFF2-40B4-BE49-F238E27FC236}">
                <a16:creationId xmlns:a16="http://schemas.microsoft.com/office/drawing/2014/main" id="{3B0581DA-3B35-B10F-9A15-B2DF7EA08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4387" y="1413901"/>
            <a:ext cx="3839100" cy="7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Zaključak</a:t>
            </a:r>
            <a:endParaRPr dirty="0"/>
          </a:p>
        </p:txBody>
      </p:sp>
      <p:pic>
        <p:nvPicPr>
          <p:cNvPr id="302" name="Google Shape;302;p38">
            <a:extLst>
              <a:ext uri="{FF2B5EF4-FFF2-40B4-BE49-F238E27FC236}">
                <a16:creationId xmlns:a16="http://schemas.microsoft.com/office/drawing/2014/main" id="{036A3C06-88A5-89D6-E866-690A285D33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513" y="1636625"/>
            <a:ext cx="2890651" cy="898482"/>
          </a:xfrm>
          <a:prstGeom prst="rect">
            <a:avLst/>
          </a:prstGeom>
          <a:noFill/>
          <a:ln>
            <a:noFill/>
          </a:ln>
          <a:effectLst>
            <a:outerShdw blurRad="71438" dist="38100" dir="5400000" algn="bl" rotWithShape="0">
              <a:schemeClr val="lt1">
                <a:alpha val="50000"/>
              </a:schemeClr>
            </a:outerShdw>
          </a:effectLst>
        </p:spPr>
      </p:pic>
      <p:pic>
        <p:nvPicPr>
          <p:cNvPr id="303" name="Google Shape;303;p38">
            <a:extLst>
              <a:ext uri="{FF2B5EF4-FFF2-40B4-BE49-F238E27FC236}">
                <a16:creationId xmlns:a16="http://schemas.microsoft.com/office/drawing/2014/main" id="{8A54C870-478B-AAFF-AFEB-5A7E104AB2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513" y="2568618"/>
            <a:ext cx="2890651" cy="898482"/>
          </a:xfrm>
          <a:prstGeom prst="rect">
            <a:avLst/>
          </a:prstGeom>
          <a:noFill/>
          <a:ln>
            <a:noFill/>
          </a:ln>
          <a:effectLst>
            <a:outerShdw blurRad="71438" dist="38100" dir="5400000" algn="bl" rotWithShape="0">
              <a:schemeClr val="lt1">
                <a:alpha val="50000"/>
              </a:schemeClr>
            </a:outerShdw>
          </a:effectLst>
        </p:spPr>
      </p:pic>
      <p:sp>
        <p:nvSpPr>
          <p:cNvPr id="304" name="Google Shape;304;p38">
            <a:extLst>
              <a:ext uri="{FF2B5EF4-FFF2-40B4-BE49-F238E27FC236}">
                <a16:creationId xmlns:a16="http://schemas.microsoft.com/office/drawing/2014/main" id="{9F976392-B61A-C439-CF6B-E7FBDE38F3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310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3"/>
          <p:cNvSpPr txBox="1">
            <a:spLocks noGrp="1"/>
          </p:cNvSpPr>
          <p:nvPr>
            <p:ph type="ctrTitle"/>
          </p:nvPr>
        </p:nvSpPr>
        <p:spPr>
          <a:xfrm>
            <a:off x="601712" y="2817542"/>
            <a:ext cx="4527849" cy="1922047"/>
          </a:xfrm>
          <a:custGeom>
            <a:avLst/>
            <a:gdLst>
              <a:gd name="csX0" fmla="*/ 0 w 4527849"/>
              <a:gd name="csY0" fmla="*/ 0 h 1922047"/>
              <a:gd name="csX1" fmla="*/ 4527849 w 4527849"/>
              <a:gd name="csY1" fmla="*/ 0 h 1922047"/>
              <a:gd name="csX2" fmla="*/ 4527849 w 4527849"/>
              <a:gd name="csY2" fmla="*/ 1922047 h 1922047"/>
              <a:gd name="csX3" fmla="*/ 0 w 4527849"/>
              <a:gd name="csY3" fmla="*/ 1922047 h 1922047"/>
              <a:gd name="csX4" fmla="*/ 0 w 4527849"/>
              <a:gd name="csY4" fmla="*/ 0 h 1922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27849" h="1922047" fill="none" extrusionOk="0">
                <a:moveTo>
                  <a:pt x="0" y="0"/>
                </a:moveTo>
                <a:cubicBezTo>
                  <a:pt x="748449" y="-120695"/>
                  <a:pt x="4027898" y="163701"/>
                  <a:pt x="4527849" y="0"/>
                </a:cubicBezTo>
                <a:cubicBezTo>
                  <a:pt x="4603399" y="596516"/>
                  <a:pt x="4489283" y="1728277"/>
                  <a:pt x="4527849" y="1922047"/>
                </a:cubicBezTo>
                <a:cubicBezTo>
                  <a:pt x="3722157" y="1866748"/>
                  <a:pt x="1339574" y="2005935"/>
                  <a:pt x="0" y="1922047"/>
                </a:cubicBezTo>
                <a:cubicBezTo>
                  <a:pt x="-117635" y="1015734"/>
                  <a:pt x="16378" y="368878"/>
                  <a:pt x="0" y="0"/>
                </a:cubicBezTo>
                <a:close/>
              </a:path>
              <a:path w="4527849" h="1922047" stroke="0" extrusionOk="0">
                <a:moveTo>
                  <a:pt x="0" y="0"/>
                </a:moveTo>
                <a:cubicBezTo>
                  <a:pt x="1293183" y="103270"/>
                  <a:pt x="3014302" y="66520"/>
                  <a:pt x="4527849" y="0"/>
                </a:cubicBezTo>
                <a:cubicBezTo>
                  <a:pt x="4635891" y="214646"/>
                  <a:pt x="4548159" y="1103723"/>
                  <a:pt x="4527849" y="1922047"/>
                </a:cubicBezTo>
                <a:cubicBezTo>
                  <a:pt x="3465187" y="1852144"/>
                  <a:pt x="1792060" y="1967102"/>
                  <a:pt x="0" y="1922047"/>
                </a:cubicBezTo>
                <a:cubicBezTo>
                  <a:pt x="-138385" y="1197797"/>
                  <a:pt x="-160295" y="37520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2"/>
            </a:solidFill>
            <a:extLst>
              <a:ext uri="{C807C97D-BFC1-408E-A445-0C87EB9F89A2}">
                <ask:lineSketchStyleProps xmlns:ask="http://schemas.microsoft.com/office/drawing/2018/sketchyshapes" sd="218306518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Hvala </a:t>
            </a:r>
            <a:r>
              <a:rPr lang="hr-HR" dirty="0">
                <a:solidFill>
                  <a:schemeClr val="bg2"/>
                </a:solidFill>
              </a:rPr>
              <a:t>na</a:t>
            </a:r>
            <a:r>
              <a:rPr lang="hr-HR" dirty="0"/>
              <a:t> pažnji</a:t>
            </a:r>
            <a:r>
              <a:rPr lang="en" dirty="0">
                <a:solidFill>
                  <a:schemeClr val="dk2"/>
                </a:solidFill>
              </a:rPr>
              <a:t>!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779" name="Google Shape;779;p63"/>
          <p:cNvSpPr txBox="1">
            <a:spLocks noGrp="1"/>
          </p:cNvSpPr>
          <p:nvPr>
            <p:ph type="sldNum" idx="12"/>
          </p:nvPr>
        </p:nvSpPr>
        <p:spPr>
          <a:xfrm>
            <a:off x="8430775" y="4661875"/>
            <a:ext cx="5487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798" name="Google Shape;7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93906">
            <a:off x="5715609" y="618032"/>
            <a:ext cx="2324133" cy="3907437"/>
          </a:xfrm>
          <a:prstGeom prst="rect">
            <a:avLst/>
          </a:prstGeom>
          <a:noFill/>
          <a:ln>
            <a:noFill/>
          </a:ln>
          <a:effectLst>
            <a:outerShdw blurRad="200025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igh Blood Pressure by Slidesgo">
  <a:themeElements>
    <a:clrScheme name="Simple Light">
      <a:dk1>
        <a:srgbClr val="212121"/>
      </a:dk1>
      <a:lt1>
        <a:srgbClr val="FFFFFF"/>
      </a:lt1>
      <a:dk2>
        <a:srgbClr val="BC252B"/>
      </a:dk2>
      <a:lt2>
        <a:srgbClr val="F47E70"/>
      </a:lt2>
      <a:accent1>
        <a:srgbClr val="ED1D24"/>
      </a:accent1>
      <a:accent2>
        <a:srgbClr val="A36190"/>
      </a:accent2>
      <a:accent3>
        <a:srgbClr val="3CAFE4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214</Words>
  <Application>Microsoft Office PowerPoint</Application>
  <PresentationFormat>Prikaz na ekranu (16:9)</PresentationFormat>
  <Paragraphs>76</Paragraphs>
  <Slides>16</Slides>
  <Notes>16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16</vt:i4>
      </vt:variant>
    </vt:vector>
  </HeadingPairs>
  <TitlesOfParts>
    <vt:vector size="24" baseType="lpstr">
      <vt:lpstr>Amiko SemiBold</vt:lpstr>
      <vt:lpstr>Arial</vt:lpstr>
      <vt:lpstr>Bebas Neue</vt:lpstr>
      <vt:lpstr>Wingdings</vt:lpstr>
      <vt:lpstr>Anaheim</vt:lpstr>
      <vt:lpstr>Aharoni</vt:lpstr>
      <vt:lpstr>Poppins</vt:lpstr>
      <vt:lpstr>High Blood Pressure by Slidesgo</vt:lpstr>
      <vt:lpstr>HealthPredict   AI agent za procjenu rizika od srčanih bolesti</vt:lpstr>
      <vt:lpstr>Cilj</vt:lpstr>
      <vt:lpstr>Arhitektura sistema</vt:lpstr>
      <vt:lpstr>Agentni ciklus.</vt:lpstr>
      <vt:lpstr>Učitavanje i procesiranje podataka.</vt:lpstr>
      <vt:lpstr>Treniranje modela.</vt:lpstr>
      <vt:lpstr>Donošenje odluke</vt:lpstr>
      <vt:lpstr>Dodavanje novih podataka</vt:lpstr>
      <vt:lpstr>Ponovno treniranje.</vt:lpstr>
      <vt:lpstr>Korisnički interfejs.</vt:lpstr>
      <vt:lpstr>Predikcija rizika</vt:lpstr>
      <vt:lpstr>Dodavanje novih podataka</vt:lpstr>
      <vt:lpstr>Ponovno treniranje</vt:lpstr>
      <vt:lpstr>Prednosti agentnog pristupa.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Nejra Muminović</cp:lastModifiedBy>
  <cp:revision>23</cp:revision>
  <dcterms:modified xsi:type="dcterms:W3CDTF">2026-01-02T20:59:03Z</dcterms:modified>
</cp:coreProperties>
</file>